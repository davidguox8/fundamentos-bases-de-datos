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1.svg" ContentType="image/svg+xml"/>
  <Override PartName="/ppt/media/image12.svg" ContentType="image/svg+xml"/>
  <Override PartName="/ppt/media/image2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</p:sldMasterIdLst>
  <p:notesMasterIdLst>
    <p:notesMasterId r:id="rId18"/>
  </p:notesMasterIdLst>
  <p:sldIdLst>
    <p:sldId id="257" r:id="rId9"/>
    <p:sldId id="261" r:id="rId10"/>
    <p:sldId id="262" r:id="rId11"/>
    <p:sldId id="263" r:id="rId12"/>
    <p:sldId id="266" r:id="rId13"/>
    <p:sldId id="267" r:id="rId14"/>
    <p:sldId id="264" r:id="rId15"/>
    <p:sldId id="265" r:id="rId16"/>
    <p:sldId id="26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1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image" Target="../media/image2.svg"/><Relationship Id="rId12" Type="http://schemas.openxmlformats.org/officeDocument/2006/relationships/image" Target="../media/image1.png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4" Type="http://schemas.openxmlformats.org/officeDocument/2006/relationships/tags" Target="../tags/tag39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2" Type="http://schemas.openxmlformats.org/officeDocument/2006/relationships/tags" Target="../tags/tag58.xml"/><Relationship Id="rId21" Type="http://schemas.openxmlformats.org/officeDocument/2006/relationships/tags" Target="../tags/tag57.xml"/><Relationship Id="rId20" Type="http://schemas.openxmlformats.org/officeDocument/2006/relationships/tags" Target="../tags/tag56.xml"/><Relationship Id="rId2" Type="http://schemas.openxmlformats.org/officeDocument/2006/relationships/tags" Target="../tags/tag40.xml"/><Relationship Id="rId19" Type="http://schemas.openxmlformats.org/officeDocument/2006/relationships/tags" Target="../tags/tag55.xml"/><Relationship Id="rId18" Type="http://schemas.openxmlformats.org/officeDocument/2006/relationships/tags" Target="../tags/tag54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image" Target="../media/image2.svg"/><Relationship Id="rId12" Type="http://schemas.openxmlformats.org/officeDocument/2006/relationships/image" Target="../media/image1.png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2" Type="http://schemas.openxmlformats.org/officeDocument/2006/relationships/tags" Target="../tags/tag107.xml"/><Relationship Id="rId21" Type="http://schemas.openxmlformats.org/officeDocument/2006/relationships/tags" Target="../tags/tag106.xml"/><Relationship Id="rId20" Type="http://schemas.openxmlformats.org/officeDocument/2006/relationships/tags" Target="../tags/tag105.xml"/><Relationship Id="rId2" Type="http://schemas.openxmlformats.org/officeDocument/2006/relationships/tags" Target="../tags/tag89.xml"/><Relationship Id="rId19" Type="http://schemas.openxmlformats.org/officeDocument/2006/relationships/tags" Target="../tags/tag104.xml"/><Relationship Id="rId18" Type="http://schemas.openxmlformats.org/officeDocument/2006/relationships/tags" Target="../tags/tag103.xml"/><Relationship Id="rId17" Type="http://schemas.openxmlformats.org/officeDocument/2006/relationships/tags" Target="../tags/tag102.xml"/><Relationship Id="rId16" Type="http://schemas.openxmlformats.org/officeDocument/2006/relationships/tags" Target="../tags/tag101.xml"/><Relationship Id="rId15" Type="http://schemas.openxmlformats.org/officeDocument/2006/relationships/tags" Target="../tags/tag100.xml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image" Target="../media/image2.svg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6" Type="http://schemas.openxmlformats.org/officeDocument/2006/relationships/tags" Target="../tags/tag141.xml"/><Relationship Id="rId25" Type="http://schemas.openxmlformats.org/officeDocument/2006/relationships/tags" Target="../tags/tag140.xml"/><Relationship Id="rId24" Type="http://schemas.openxmlformats.org/officeDocument/2006/relationships/tags" Target="../tags/tag139.xml"/><Relationship Id="rId23" Type="http://schemas.openxmlformats.org/officeDocument/2006/relationships/tags" Target="../tags/tag138.xml"/><Relationship Id="rId22" Type="http://schemas.openxmlformats.org/officeDocument/2006/relationships/tags" Target="../tags/tag137.xml"/><Relationship Id="rId21" Type="http://schemas.openxmlformats.org/officeDocument/2006/relationships/tags" Target="../tags/tag136.xml"/><Relationship Id="rId20" Type="http://schemas.openxmlformats.org/officeDocument/2006/relationships/tags" Target="../tags/tag135.xml"/><Relationship Id="rId2" Type="http://schemas.openxmlformats.org/officeDocument/2006/relationships/tags" Target="../tags/tag119.xml"/><Relationship Id="rId19" Type="http://schemas.openxmlformats.org/officeDocument/2006/relationships/tags" Target="../tags/tag134.xml"/><Relationship Id="rId18" Type="http://schemas.openxmlformats.org/officeDocument/2006/relationships/tags" Target="../tags/tag133.xml"/><Relationship Id="rId17" Type="http://schemas.openxmlformats.org/officeDocument/2006/relationships/tags" Target="../tags/tag132.xml"/><Relationship Id="rId16" Type="http://schemas.openxmlformats.org/officeDocument/2006/relationships/tags" Target="../tags/tag131.xml"/><Relationship Id="rId15" Type="http://schemas.openxmlformats.org/officeDocument/2006/relationships/tags" Target="../tags/tag130.xml"/><Relationship Id="rId14" Type="http://schemas.openxmlformats.org/officeDocument/2006/relationships/tags" Target="../tags/tag129.xml"/><Relationship Id="rId13" Type="http://schemas.openxmlformats.org/officeDocument/2006/relationships/image" Target="../media/image5.svg"/><Relationship Id="rId12" Type="http://schemas.openxmlformats.org/officeDocument/2006/relationships/image" Target="../media/image1.png"/><Relationship Id="rId11" Type="http://schemas.openxmlformats.org/officeDocument/2006/relationships/tags" Target="../tags/tag128.xml"/><Relationship Id="rId10" Type="http://schemas.openxmlformats.org/officeDocument/2006/relationships/tags" Target="../tags/tag127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image" Target="../media/image6.svg"/><Relationship Id="rId5" Type="http://schemas.openxmlformats.org/officeDocument/2006/relationships/image" Target="../media/image3.png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4" Type="http://schemas.openxmlformats.org/officeDocument/2006/relationships/tags" Target="../tags/tag157.xml"/><Relationship Id="rId13" Type="http://schemas.openxmlformats.org/officeDocument/2006/relationships/tags" Target="../tags/tag156.xml"/><Relationship Id="rId12" Type="http://schemas.openxmlformats.org/officeDocument/2006/relationships/tags" Target="../tags/tag155.xml"/><Relationship Id="rId11" Type="http://schemas.openxmlformats.org/officeDocument/2006/relationships/tags" Target="../tags/tag154.xml"/><Relationship Id="rId10" Type="http://schemas.openxmlformats.org/officeDocument/2006/relationships/tags" Target="../tags/tag15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65.xml"/><Relationship Id="rId8" Type="http://schemas.openxmlformats.org/officeDocument/2006/relationships/tags" Target="../tags/tag164.xml"/><Relationship Id="rId7" Type="http://schemas.openxmlformats.org/officeDocument/2006/relationships/tags" Target="../tags/tag163.xml"/><Relationship Id="rId6" Type="http://schemas.openxmlformats.org/officeDocument/2006/relationships/tags" Target="../tags/tag162.xml"/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2" Type="http://schemas.openxmlformats.org/officeDocument/2006/relationships/tags" Target="../tags/tag176.xml"/><Relationship Id="rId21" Type="http://schemas.openxmlformats.org/officeDocument/2006/relationships/tags" Target="../tags/tag175.xml"/><Relationship Id="rId20" Type="http://schemas.openxmlformats.org/officeDocument/2006/relationships/tags" Target="../tags/tag174.xml"/><Relationship Id="rId2" Type="http://schemas.openxmlformats.org/officeDocument/2006/relationships/tags" Target="../tags/tag158.xml"/><Relationship Id="rId19" Type="http://schemas.openxmlformats.org/officeDocument/2006/relationships/tags" Target="../tags/tag173.xml"/><Relationship Id="rId18" Type="http://schemas.openxmlformats.org/officeDocument/2006/relationships/tags" Target="../tags/tag172.xml"/><Relationship Id="rId17" Type="http://schemas.openxmlformats.org/officeDocument/2006/relationships/tags" Target="../tags/tag171.xml"/><Relationship Id="rId16" Type="http://schemas.openxmlformats.org/officeDocument/2006/relationships/tags" Target="../tags/tag170.xml"/><Relationship Id="rId15" Type="http://schemas.openxmlformats.org/officeDocument/2006/relationships/tags" Target="../tags/tag169.xml"/><Relationship Id="rId14" Type="http://schemas.openxmlformats.org/officeDocument/2006/relationships/tags" Target="../tags/tag168.xml"/><Relationship Id="rId13" Type="http://schemas.openxmlformats.org/officeDocument/2006/relationships/image" Target="../media/image5.svg"/><Relationship Id="rId12" Type="http://schemas.openxmlformats.org/officeDocument/2006/relationships/image" Target="../media/image1.png"/><Relationship Id="rId11" Type="http://schemas.openxmlformats.org/officeDocument/2006/relationships/tags" Target="../tags/tag167.xml"/><Relationship Id="rId10" Type="http://schemas.openxmlformats.org/officeDocument/2006/relationships/tags" Target="../tags/tag16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182.xml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tags" Target="../tags/tag179.xml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90.xml"/><Relationship Id="rId8" Type="http://schemas.openxmlformats.org/officeDocument/2006/relationships/tags" Target="../tags/tag189.xml"/><Relationship Id="rId7" Type="http://schemas.openxmlformats.org/officeDocument/2006/relationships/tags" Target="../tags/tag188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201.xml"/><Relationship Id="rId4" Type="http://schemas.openxmlformats.org/officeDocument/2006/relationships/tags" Target="../tags/tag200.xml"/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214.xml"/><Relationship Id="rId8" Type="http://schemas.openxmlformats.org/officeDocument/2006/relationships/tags" Target="../tags/tag213.xml"/><Relationship Id="rId7" Type="http://schemas.openxmlformats.org/officeDocument/2006/relationships/tags" Target="../tags/tag212.xml"/><Relationship Id="rId6" Type="http://schemas.openxmlformats.org/officeDocument/2006/relationships/tags" Target="../tags/tag211.xml"/><Relationship Id="rId5" Type="http://schemas.openxmlformats.org/officeDocument/2006/relationships/tags" Target="../tags/tag210.xml"/><Relationship Id="rId4" Type="http://schemas.openxmlformats.org/officeDocument/2006/relationships/tags" Target="../tags/tag209.xml"/><Relationship Id="rId3" Type="http://schemas.openxmlformats.org/officeDocument/2006/relationships/tags" Target="../tags/tag208.xml"/><Relationship Id="rId22" Type="http://schemas.openxmlformats.org/officeDocument/2006/relationships/tags" Target="../tags/tag225.xml"/><Relationship Id="rId21" Type="http://schemas.openxmlformats.org/officeDocument/2006/relationships/tags" Target="../tags/tag224.xml"/><Relationship Id="rId20" Type="http://schemas.openxmlformats.org/officeDocument/2006/relationships/tags" Target="../tags/tag223.xml"/><Relationship Id="rId2" Type="http://schemas.openxmlformats.org/officeDocument/2006/relationships/tags" Target="../tags/tag207.xml"/><Relationship Id="rId19" Type="http://schemas.openxmlformats.org/officeDocument/2006/relationships/tags" Target="../tags/tag222.xml"/><Relationship Id="rId18" Type="http://schemas.openxmlformats.org/officeDocument/2006/relationships/tags" Target="../tags/tag221.xml"/><Relationship Id="rId17" Type="http://schemas.openxmlformats.org/officeDocument/2006/relationships/tags" Target="../tags/tag220.xml"/><Relationship Id="rId16" Type="http://schemas.openxmlformats.org/officeDocument/2006/relationships/tags" Target="../tags/tag219.xml"/><Relationship Id="rId15" Type="http://schemas.openxmlformats.org/officeDocument/2006/relationships/tags" Target="../tags/tag218.xml"/><Relationship Id="rId14" Type="http://schemas.openxmlformats.org/officeDocument/2006/relationships/tags" Target="../tags/tag217.xml"/><Relationship Id="rId13" Type="http://schemas.openxmlformats.org/officeDocument/2006/relationships/tags" Target="../tags/tag216.xml"/><Relationship Id="rId12" Type="http://schemas.openxmlformats.org/officeDocument/2006/relationships/tags" Target="../tags/tag215.xml"/><Relationship Id="rId11" Type="http://schemas.openxmlformats.org/officeDocument/2006/relationships/image" Target="../media/image5.svg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244.xml"/><Relationship Id="rId8" Type="http://schemas.openxmlformats.org/officeDocument/2006/relationships/tags" Target="../tags/tag243.xml"/><Relationship Id="rId7" Type="http://schemas.openxmlformats.org/officeDocument/2006/relationships/tags" Target="../tags/tag242.xml"/><Relationship Id="rId6" Type="http://schemas.openxmlformats.org/officeDocument/2006/relationships/tags" Target="../tags/tag241.xml"/><Relationship Id="rId5" Type="http://schemas.openxmlformats.org/officeDocument/2006/relationships/tags" Target="../tags/tag240.xml"/><Relationship Id="rId4" Type="http://schemas.openxmlformats.org/officeDocument/2006/relationships/tags" Target="../tags/tag239.xml"/><Relationship Id="rId3" Type="http://schemas.openxmlformats.org/officeDocument/2006/relationships/tags" Target="../tags/tag238.xml"/><Relationship Id="rId26" Type="http://schemas.openxmlformats.org/officeDocument/2006/relationships/tags" Target="../tags/tag259.xml"/><Relationship Id="rId25" Type="http://schemas.openxmlformats.org/officeDocument/2006/relationships/tags" Target="../tags/tag258.xml"/><Relationship Id="rId24" Type="http://schemas.openxmlformats.org/officeDocument/2006/relationships/tags" Target="../tags/tag257.xml"/><Relationship Id="rId23" Type="http://schemas.openxmlformats.org/officeDocument/2006/relationships/tags" Target="../tags/tag256.xml"/><Relationship Id="rId22" Type="http://schemas.openxmlformats.org/officeDocument/2006/relationships/tags" Target="../tags/tag255.xml"/><Relationship Id="rId21" Type="http://schemas.openxmlformats.org/officeDocument/2006/relationships/tags" Target="../tags/tag254.xml"/><Relationship Id="rId20" Type="http://schemas.openxmlformats.org/officeDocument/2006/relationships/tags" Target="../tags/tag253.xml"/><Relationship Id="rId2" Type="http://schemas.openxmlformats.org/officeDocument/2006/relationships/tags" Target="../tags/tag237.xml"/><Relationship Id="rId19" Type="http://schemas.openxmlformats.org/officeDocument/2006/relationships/tags" Target="../tags/tag252.xml"/><Relationship Id="rId18" Type="http://schemas.openxmlformats.org/officeDocument/2006/relationships/tags" Target="../tags/tag251.xml"/><Relationship Id="rId17" Type="http://schemas.openxmlformats.org/officeDocument/2006/relationships/tags" Target="../tags/tag250.xml"/><Relationship Id="rId16" Type="http://schemas.openxmlformats.org/officeDocument/2006/relationships/tags" Target="../tags/tag249.xml"/><Relationship Id="rId15" Type="http://schemas.openxmlformats.org/officeDocument/2006/relationships/tags" Target="../tags/tag248.xml"/><Relationship Id="rId14" Type="http://schemas.openxmlformats.org/officeDocument/2006/relationships/tags" Target="../tags/tag247.xml"/><Relationship Id="rId13" Type="http://schemas.openxmlformats.org/officeDocument/2006/relationships/image" Target="../media/image7.svg"/><Relationship Id="rId12" Type="http://schemas.openxmlformats.org/officeDocument/2006/relationships/image" Target="../media/image1.png"/><Relationship Id="rId11" Type="http://schemas.openxmlformats.org/officeDocument/2006/relationships/tags" Target="../tags/tag246.xml"/><Relationship Id="rId10" Type="http://schemas.openxmlformats.org/officeDocument/2006/relationships/tags" Target="../tags/tag245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264.xml"/><Relationship Id="rId5" Type="http://schemas.openxmlformats.org/officeDocument/2006/relationships/tags" Target="../tags/tag263.xml"/><Relationship Id="rId4" Type="http://schemas.openxmlformats.org/officeDocument/2006/relationships/tags" Target="../tags/tag262.xml"/><Relationship Id="rId3" Type="http://schemas.openxmlformats.org/officeDocument/2006/relationships/tags" Target="../tags/tag261.xml"/><Relationship Id="rId2" Type="http://schemas.openxmlformats.org/officeDocument/2006/relationships/tags" Target="../tags/tag260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270.xml"/><Relationship Id="rId8" Type="http://schemas.openxmlformats.org/officeDocument/2006/relationships/tags" Target="../tags/tag269.xml"/><Relationship Id="rId7" Type="http://schemas.openxmlformats.org/officeDocument/2006/relationships/tags" Target="../tags/tag268.xml"/><Relationship Id="rId6" Type="http://schemas.openxmlformats.org/officeDocument/2006/relationships/image" Target="../media/image8.svg"/><Relationship Id="rId5" Type="http://schemas.openxmlformats.org/officeDocument/2006/relationships/image" Target="../media/image3.png"/><Relationship Id="rId4" Type="http://schemas.openxmlformats.org/officeDocument/2006/relationships/tags" Target="../tags/tag267.xml"/><Relationship Id="rId3" Type="http://schemas.openxmlformats.org/officeDocument/2006/relationships/tags" Target="../tags/tag266.xml"/><Relationship Id="rId2" Type="http://schemas.openxmlformats.org/officeDocument/2006/relationships/tags" Target="../tags/tag265.xml"/><Relationship Id="rId14" Type="http://schemas.openxmlformats.org/officeDocument/2006/relationships/tags" Target="../tags/tag275.xml"/><Relationship Id="rId13" Type="http://schemas.openxmlformats.org/officeDocument/2006/relationships/tags" Target="../tags/tag274.xml"/><Relationship Id="rId12" Type="http://schemas.openxmlformats.org/officeDocument/2006/relationships/tags" Target="../tags/tag273.xml"/><Relationship Id="rId11" Type="http://schemas.openxmlformats.org/officeDocument/2006/relationships/tags" Target="../tags/tag272.xml"/><Relationship Id="rId10" Type="http://schemas.openxmlformats.org/officeDocument/2006/relationships/tags" Target="../tags/tag271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283.xml"/><Relationship Id="rId8" Type="http://schemas.openxmlformats.org/officeDocument/2006/relationships/tags" Target="../tags/tag282.xml"/><Relationship Id="rId7" Type="http://schemas.openxmlformats.org/officeDocument/2006/relationships/tags" Target="../tags/tag281.xml"/><Relationship Id="rId6" Type="http://schemas.openxmlformats.org/officeDocument/2006/relationships/tags" Target="../tags/tag280.xml"/><Relationship Id="rId5" Type="http://schemas.openxmlformats.org/officeDocument/2006/relationships/tags" Target="../tags/tag279.xml"/><Relationship Id="rId4" Type="http://schemas.openxmlformats.org/officeDocument/2006/relationships/tags" Target="../tags/tag278.xml"/><Relationship Id="rId3" Type="http://schemas.openxmlformats.org/officeDocument/2006/relationships/tags" Target="../tags/tag277.xml"/><Relationship Id="rId22" Type="http://schemas.openxmlformats.org/officeDocument/2006/relationships/tags" Target="../tags/tag294.xml"/><Relationship Id="rId21" Type="http://schemas.openxmlformats.org/officeDocument/2006/relationships/tags" Target="../tags/tag293.xml"/><Relationship Id="rId20" Type="http://schemas.openxmlformats.org/officeDocument/2006/relationships/tags" Target="../tags/tag292.xml"/><Relationship Id="rId2" Type="http://schemas.openxmlformats.org/officeDocument/2006/relationships/tags" Target="../tags/tag276.xml"/><Relationship Id="rId19" Type="http://schemas.openxmlformats.org/officeDocument/2006/relationships/tags" Target="../tags/tag291.xml"/><Relationship Id="rId18" Type="http://schemas.openxmlformats.org/officeDocument/2006/relationships/tags" Target="../tags/tag290.xml"/><Relationship Id="rId17" Type="http://schemas.openxmlformats.org/officeDocument/2006/relationships/tags" Target="../tags/tag289.xml"/><Relationship Id="rId16" Type="http://schemas.openxmlformats.org/officeDocument/2006/relationships/tags" Target="../tags/tag288.xml"/><Relationship Id="rId15" Type="http://schemas.openxmlformats.org/officeDocument/2006/relationships/tags" Target="../tags/tag287.xml"/><Relationship Id="rId14" Type="http://schemas.openxmlformats.org/officeDocument/2006/relationships/tags" Target="../tags/tag286.xml"/><Relationship Id="rId13" Type="http://schemas.openxmlformats.org/officeDocument/2006/relationships/image" Target="../media/image7.svg"/><Relationship Id="rId12" Type="http://schemas.openxmlformats.org/officeDocument/2006/relationships/image" Target="../media/image1.png"/><Relationship Id="rId11" Type="http://schemas.openxmlformats.org/officeDocument/2006/relationships/tags" Target="../tags/tag285.xml"/><Relationship Id="rId10" Type="http://schemas.openxmlformats.org/officeDocument/2006/relationships/tags" Target="../tags/tag284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300.xml"/><Relationship Id="rId6" Type="http://schemas.openxmlformats.org/officeDocument/2006/relationships/tags" Target="../tags/tag299.xml"/><Relationship Id="rId5" Type="http://schemas.openxmlformats.org/officeDocument/2006/relationships/tags" Target="../tags/tag298.xml"/><Relationship Id="rId4" Type="http://schemas.openxmlformats.org/officeDocument/2006/relationships/tags" Target="../tags/tag297.xml"/><Relationship Id="rId3" Type="http://schemas.openxmlformats.org/officeDocument/2006/relationships/tags" Target="../tags/tag296.xml"/><Relationship Id="rId2" Type="http://schemas.openxmlformats.org/officeDocument/2006/relationships/tags" Target="../tags/tag295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308.xml"/><Relationship Id="rId8" Type="http://schemas.openxmlformats.org/officeDocument/2006/relationships/tags" Target="../tags/tag307.xml"/><Relationship Id="rId7" Type="http://schemas.openxmlformats.org/officeDocument/2006/relationships/tags" Target="../tags/tag306.xml"/><Relationship Id="rId6" Type="http://schemas.openxmlformats.org/officeDocument/2006/relationships/tags" Target="../tags/tag305.xml"/><Relationship Id="rId5" Type="http://schemas.openxmlformats.org/officeDocument/2006/relationships/tags" Target="../tags/tag304.xml"/><Relationship Id="rId4" Type="http://schemas.openxmlformats.org/officeDocument/2006/relationships/tags" Target="../tags/tag303.xml"/><Relationship Id="rId3" Type="http://schemas.openxmlformats.org/officeDocument/2006/relationships/tags" Target="../tags/tag302.xml"/><Relationship Id="rId2" Type="http://schemas.openxmlformats.org/officeDocument/2006/relationships/tags" Target="../tags/tag301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312.xml"/><Relationship Id="rId4" Type="http://schemas.openxmlformats.org/officeDocument/2006/relationships/tags" Target="../tags/tag311.xml"/><Relationship Id="rId3" Type="http://schemas.openxmlformats.org/officeDocument/2006/relationships/tags" Target="../tags/tag310.xml"/><Relationship Id="rId2" Type="http://schemas.openxmlformats.org/officeDocument/2006/relationships/tags" Target="../tags/tag309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315.xml"/><Relationship Id="rId3" Type="http://schemas.openxmlformats.org/officeDocument/2006/relationships/tags" Target="../tags/tag314.xml"/><Relationship Id="rId2" Type="http://schemas.openxmlformats.org/officeDocument/2006/relationships/tags" Target="../tags/tag313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319.xml"/><Relationship Id="rId4" Type="http://schemas.openxmlformats.org/officeDocument/2006/relationships/tags" Target="../tags/tag318.xml"/><Relationship Id="rId3" Type="http://schemas.openxmlformats.org/officeDocument/2006/relationships/tags" Target="../tags/tag317.xml"/><Relationship Id="rId2" Type="http://schemas.openxmlformats.org/officeDocument/2006/relationships/tags" Target="../tags/tag316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324.xml"/><Relationship Id="rId5" Type="http://schemas.openxmlformats.org/officeDocument/2006/relationships/tags" Target="../tags/tag323.xml"/><Relationship Id="rId4" Type="http://schemas.openxmlformats.org/officeDocument/2006/relationships/tags" Target="../tags/tag322.xml"/><Relationship Id="rId3" Type="http://schemas.openxmlformats.org/officeDocument/2006/relationships/tags" Target="../tags/tag321.xml"/><Relationship Id="rId2" Type="http://schemas.openxmlformats.org/officeDocument/2006/relationships/tags" Target="../tags/tag320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332.xml"/><Relationship Id="rId8" Type="http://schemas.openxmlformats.org/officeDocument/2006/relationships/tags" Target="../tags/tag331.xml"/><Relationship Id="rId7" Type="http://schemas.openxmlformats.org/officeDocument/2006/relationships/tags" Target="../tags/tag330.xml"/><Relationship Id="rId6" Type="http://schemas.openxmlformats.org/officeDocument/2006/relationships/tags" Target="../tags/tag329.xml"/><Relationship Id="rId5" Type="http://schemas.openxmlformats.org/officeDocument/2006/relationships/tags" Target="../tags/tag328.xml"/><Relationship Id="rId4" Type="http://schemas.openxmlformats.org/officeDocument/2006/relationships/tags" Target="../tags/tag327.xml"/><Relationship Id="rId3" Type="http://schemas.openxmlformats.org/officeDocument/2006/relationships/tags" Target="../tags/tag326.xml"/><Relationship Id="rId22" Type="http://schemas.openxmlformats.org/officeDocument/2006/relationships/tags" Target="../tags/tag343.xml"/><Relationship Id="rId21" Type="http://schemas.openxmlformats.org/officeDocument/2006/relationships/tags" Target="../tags/tag342.xml"/><Relationship Id="rId20" Type="http://schemas.openxmlformats.org/officeDocument/2006/relationships/tags" Target="../tags/tag341.xml"/><Relationship Id="rId2" Type="http://schemas.openxmlformats.org/officeDocument/2006/relationships/tags" Target="../tags/tag325.xml"/><Relationship Id="rId19" Type="http://schemas.openxmlformats.org/officeDocument/2006/relationships/tags" Target="../tags/tag340.xml"/><Relationship Id="rId18" Type="http://schemas.openxmlformats.org/officeDocument/2006/relationships/tags" Target="../tags/tag339.xml"/><Relationship Id="rId17" Type="http://schemas.openxmlformats.org/officeDocument/2006/relationships/tags" Target="../tags/tag338.xml"/><Relationship Id="rId16" Type="http://schemas.openxmlformats.org/officeDocument/2006/relationships/tags" Target="../tags/tag337.xml"/><Relationship Id="rId15" Type="http://schemas.openxmlformats.org/officeDocument/2006/relationships/tags" Target="../tags/tag336.xml"/><Relationship Id="rId14" Type="http://schemas.openxmlformats.org/officeDocument/2006/relationships/tags" Target="../tags/tag335.xml"/><Relationship Id="rId13" Type="http://schemas.openxmlformats.org/officeDocument/2006/relationships/tags" Target="../tags/tag334.xml"/><Relationship Id="rId12" Type="http://schemas.openxmlformats.org/officeDocument/2006/relationships/tags" Target="../tags/tag333.xml"/><Relationship Id="rId11" Type="http://schemas.openxmlformats.org/officeDocument/2006/relationships/image" Target="../media/image7.svg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362.xml"/><Relationship Id="rId8" Type="http://schemas.openxmlformats.org/officeDocument/2006/relationships/tags" Target="../tags/tag361.xml"/><Relationship Id="rId7" Type="http://schemas.openxmlformats.org/officeDocument/2006/relationships/tags" Target="../tags/tag360.xml"/><Relationship Id="rId6" Type="http://schemas.openxmlformats.org/officeDocument/2006/relationships/tags" Target="../tags/tag359.xml"/><Relationship Id="rId5" Type="http://schemas.openxmlformats.org/officeDocument/2006/relationships/tags" Target="../tags/tag358.xml"/><Relationship Id="rId4" Type="http://schemas.openxmlformats.org/officeDocument/2006/relationships/tags" Target="../tags/tag357.xml"/><Relationship Id="rId3" Type="http://schemas.openxmlformats.org/officeDocument/2006/relationships/tags" Target="../tags/tag356.xml"/><Relationship Id="rId26" Type="http://schemas.openxmlformats.org/officeDocument/2006/relationships/tags" Target="../tags/tag377.xml"/><Relationship Id="rId25" Type="http://schemas.openxmlformats.org/officeDocument/2006/relationships/tags" Target="../tags/tag376.xml"/><Relationship Id="rId24" Type="http://schemas.openxmlformats.org/officeDocument/2006/relationships/tags" Target="../tags/tag375.xml"/><Relationship Id="rId23" Type="http://schemas.openxmlformats.org/officeDocument/2006/relationships/tags" Target="../tags/tag374.xml"/><Relationship Id="rId22" Type="http://schemas.openxmlformats.org/officeDocument/2006/relationships/tags" Target="../tags/tag373.xml"/><Relationship Id="rId21" Type="http://schemas.openxmlformats.org/officeDocument/2006/relationships/tags" Target="../tags/tag372.xml"/><Relationship Id="rId20" Type="http://schemas.openxmlformats.org/officeDocument/2006/relationships/tags" Target="../tags/tag371.xml"/><Relationship Id="rId2" Type="http://schemas.openxmlformats.org/officeDocument/2006/relationships/tags" Target="../tags/tag355.xml"/><Relationship Id="rId19" Type="http://schemas.openxmlformats.org/officeDocument/2006/relationships/tags" Target="../tags/tag370.xml"/><Relationship Id="rId18" Type="http://schemas.openxmlformats.org/officeDocument/2006/relationships/tags" Target="../tags/tag369.xml"/><Relationship Id="rId17" Type="http://schemas.openxmlformats.org/officeDocument/2006/relationships/tags" Target="../tags/tag368.xml"/><Relationship Id="rId16" Type="http://schemas.openxmlformats.org/officeDocument/2006/relationships/tags" Target="../tags/tag367.xml"/><Relationship Id="rId15" Type="http://schemas.openxmlformats.org/officeDocument/2006/relationships/tags" Target="../tags/tag366.xml"/><Relationship Id="rId14" Type="http://schemas.openxmlformats.org/officeDocument/2006/relationships/tags" Target="../tags/tag365.xml"/><Relationship Id="rId13" Type="http://schemas.openxmlformats.org/officeDocument/2006/relationships/image" Target="../media/image5.svg"/><Relationship Id="rId12" Type="http://schemas.openxmlformats.org/officeDocument/2006/relationships/image" Target="../media/image1.png"/><Relationship Id="rId11" Type="http://schemas.openxmlformats.org/officeDocument/2006/relationships/tags" Target="../tags/tag364.xml"/><Relationship Id="rId10" Type="http://schemas.openxmlformats.org/officeDocument/2006/relationships/tags" Target="../tags/tag363.xml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6" Type="http://schemas.openxmlformats.org/officeDocument/2006/relationships/tags" Target="../tags/tag382.xml"/><Relationship Id="rId5" Type="http://schemas.openxmlformats.org/officeDocument/2006/relationships/tags" Target="../tags/tag381.xml"/><Relationship Id="rId4" Type="http://schemas.openxmlformats.org/officeDocument/2006/relationships/tags" Target="../tags/tag380.xml"/><Relationship Id="rId3" Type="http://schemas.openxmlformats.org/officeDocument/2006/relationships/tags" Target="../tags/tag379.xml"/><Relationship Id="rId2" Type="http://schemas.openxmlformats.org/officeDocument/2006/relationships/tags" Target="../tags/tag378.xml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388.xml"/><Relationship Id="rId8" Type="http://schemas.openxmlformats.org/officeDocument/2006/relationships/tags" Target="../tags/tag387.xml"/><Relationship Id="rId7" Type="http://schemas.openxmlformats.org/officeDocument/2006/relationships/tags" Target="../tags/tag386.xml"/><Relationship Id="rId6" Type="http://schemas.openxmlformats.org/officeDocument/2006/relationships/image" Target="../media/image6.svg"/><Relationship Id="rId5" Type="http://schemas.openxmlformats.org/officeDocument/2006/relationships/image" Target="../media/image3.png"/><Relationship Id="rId4" Type="http://schemas.openxmlformats.org/officeDocument/2006/relationships/tags" Target="../tags/tag385.xml"/><Relationship Id="rId3" Type="http://schemas.openxmlformats.org/officeDocument/2006/relationships/tags" Target="../tags/tag384.xml"/><Relationship Id="rId2" Type="http://schemas.openxmlformats.org/officeDocument/2006/relationships/tags" Target="../tags/tag383.xml"/><Relationship Id="rId14" Type="http://schemas.openxmlformats.org/officeDocument/2006/relationships/tags" Target="../tags/tag393.xml"/><Relationship Id="rId13" Type="http://schemas.openxmlformats.org/officeDocument/2006/relationships/tags" Target="../tags/tag392.xml"/><Relationship Id="rId12" Type="http://schemas.openxmlformats.org/officeDocument/2006/relationships/tags" Target="../tags/tag391.xml"/><Relationship Id="rId11" Type="http://schemas.openxmlformats.org/officeDocument/2006/relationships/tags" Target="../tags/tag390.xml"/><Relationship Id="rId10" Type="http://schemas.openxmlformats.org/officeDocument/2006/relationships/tags" Target="../tags/tag389.xml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401.xml"/><Relationship Id="rId8" Type="http://schemas.openxmlformats.org/officeDocument/2006/relationships/tags" Target="../tags/tag400.xml"/><Relationship Id="rId7" Type="http://schemas.openxmlformats.org/officeDocument/2006/relationships/tags" Target="../tags/tag399.xml"/><Relationship Id="rId6" Type="http://schemas.openxmlformats.org/officeDocument/2006/relationships/tags" Target="../tags/tag398.xml"/><Relationship Id="rId5" Type="http://schemas.openxmlformats.org/officeDocument/2006/relationships/tags" Target="../tags/tag397.xml"/><Relationship Id="rId4" Type="http://schemas.openxmlformats.org/officeDocument/2006/relationships/tags" Target="../tags/tag396.xml"/><Relationship Id="rId3" Type="http://schemas.openxmlformats.org/officeDocument/2006/relationships/tags" Target="../tags/tag395.xml"/><Relationship Id="rId22" Type="http://schemas.openxmlformats.org/officeDocument/2006/relationships/tags" Target="../tags/tag412.xml"/><Relationship Id="rId21" Type="http://schemas.openxmlformats.org/officeDocument/2006/relationships/tags" Target="../tags/tag411.xml"/><Relationship Id="rId20" Type="http://schemas.openxmlformats.org/officeDocument/2006/relationships/tags" Target="../tags/tag410.xml"/><Relationship Id="rId2" Type="http://schemas.openxmlformats.org/officeDocument/2006/relationships/tags" Target="../tags/tag394.xml"/><Relationship Id="rId19" Type="http://schemas.openxmlformats.org/officeDocument/2006/relationships/tags" Target="../tags/tag409.xml"/><Relationship Id="rId18" Type="http://schemas.openxmlformats.org/officeDocument/2006/relationships/tags" Target="../tags/tag408.xml"/><Relationship Id="rId17" Type="http://schemas.openxmlformats.org/officeDocument/2006/relationships/tags" Target="../tags/tag407.xml"/><Relationship Id="rId16" Type="http://schemas.openxmlformats.org/officeDocument/2006/relationships/tags" Target="../tags/tag406.xml"/><Relationship Id="rId15" Type="http://schemas.openxmlformats.org/officeDocument/2006/relationships/tags" Target="../tags/tag405.xml"/><Relationship Id="rId14" Type="http://schemas.openxmlformats.org/officeDocument/2006/relationships/tags" Target="../tags/tag404.xml"/><Relationship Id="rId13" Type="http://schemas.openxmlformats.org/officeDocument/2006/relationships/image" Target="../media/image5.svg"/><Relationship Id="rId12" Type="http://schemas.openxmlformats.org/officeDocument/2006/relationships/image" Target="../media/image1.png"/><Relationship Id="rId11" Type="http://schemas.openxmlformats.org/officeDocument/2006/relationships/tags" Target="../tags/tag403.xml"/><Relationship Id="rId10" Type="http://schemas.openxmlformats.org/officeDocument/2006/relationships/tags" Target="../tags/tag402.xml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7" Type="http://schemas.openxmlformats.org/officeDocument/2006/relationships/tags" Target="../tags/tag418.xml"/><Relationship Id="rId6" Type="http://schemas.openxmlformats.org/officeDocument/2006/relationships/tags" Target="../tags/tag417.xml"/><Relationship Id="rId5" Type="http://schemas.openxmlformats.org/officeDocument/2006/relationships/tags" Target="../tags/tag416.xml"/><Relationship Id="rId4" Type="http://schemas.openxmlformats.org/officeDocument/2006/relationships/tags" Target="../tags/tag415.xml"/><Relationship Id="rId3" Type="http://schemas.openxmlformats.org/officeDocument/2006/relationships/tags" Target="../tags/tag414.xml"/><Relationship Id="rId2" Type="http://schemas.openxmlformats.org/officeDocument/2006/relationships/tags" Target="../tags/tag413.xml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426.xml"/><Relationship Id="rId8" Type="http://schemas.openxmlformats.org/officeDocument/2006/relationships/tags" Target="../tags/tag425.xml"/><Relationship Id="rId7" Type="http://schemas.openxmlformats.org/officeDocument/2006/relationships/tags" Target="../tags/tag424.xml"/><Relationship Id="rId6" Type="http://schemas.openxmlformats.org/officeDocument/2006/relationships/tags" Target="../tags/tag423.xml"/><Relationship Id="rId5" Type="http://schemas.openxmlformats.org/officeDocument/2006/relationships/tags" Target="../tags/tag422.xml"/><Relationship Id="rId4" Type="http://schemas.openxmlformats.org/officeDocument/2006/relationships/tags" Target="../tags/tag421.xml"/><Relationship Id="rId3" Type="http://schemas.openxmlformats.org/officeDocument/2006/relationships/tags" Target="../tags/tag420.xml"/><Relationship Id="rId2" Type="http://schemas.openxmlformats.org/officeDocument/2006/relationships/tags" Target="../tags/tag419.xml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5" Type="http://schemas.openxmlformats.org/officeDocument/2006/relationships/tags" Target="../tags/tag430.xml"/><Relationship Id="rId4" Type="http://schemas.openxmlformats.org/officeDocument/2006/relationships/tags" Target="../tags/tag429.xml"/><Relationship Id="rId3" Type="http://schemas.openxmlformats.org/officeDocument/2006/relationships/tags" Target="../tags/tag428.xml"/><Relationship Id="rId2" Type="http://schemas.openxmlformats.org/officeDocument/2006/relationships/tags" Target="../tags/tag427.xml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4" Type="http://schemas.openxmlformats.org/officeDocument/2006/relationships/tags" Target="../tags/tag433.xml"/><Relationship Id="rId3" Type="http://schemas.openxmlformats.org/officeDocument/2006/relationships/tags" Target="../tags/tag432.xml"/><Relationship Id="rId2" Type="http://schemas.openxmlformats.org/officeDocument/2006/relationships/tags" Target="../tags/tag431.xml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5" Type="http://schemas.openxmlformats.org/officeDocument/2006/relationships/tags" Target="../tags/tag437.xml"/><Relationship Id="rId4" Type="http://schemas.openxmlformats.org/officeDocument/2006/relationships/tags" Target="../tags/tag436.xml"/><Relationship Id="rId3" Type="http://schemas.openxmlformats.org/officeDocument/2006/relationships/tags" Target="../tags/tag435.xml"/><Relationship Id="rId2" Type="http://schemas.openxmlformats.org/officeDocument/2006/relationships/tags" Target="../tags/tag434.xml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6" Type="http://schemas.openxmlformats.org/officeDocument/2006/relationships/tags" Target="../tags/tag442.xml"/><Relationship Id="rId5" Type="http://schemas.openxmlformats.org/officeDocument/2006/relationships/tags" Target="../tags/tag441.xml"/><Relationship Id="rId4" Type="http://schemas.openxmlformats.org/officeDocument/2006/relationships/tags" Target="../tags/tag440.xml"/><Relationship Id="rId3" Type="http://schemas.openxmlformats.org/officeDocument/2006/relationships/tags" Target="../tags/tag439.xml"/><Relationship Id="rId2" Type="http://schemas.openxmlformats.org/officeDocument/2006/relationships/tags" Target="../tags/tag438.xml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450.xml"/><Relationship Id="rId8" Type="http://schemas.openxmlformats.org/officeDocument/2006/relationships/tags" Target="../tags/tag449.xml"/><Relationship Id="rId7" Type="http://schemas.openxmlformats.org/officeDocument/2006/relationships/tags" Target="../tags/tag448.xml"/><Relationship Id="rId6" Type="http://schemas.openxmlformats.org/officeDocument/2006/relationships/tags" Target="../tags/tag447.xml"/><Relationship Id="rId5" Type="http://schemas.openxmlformats.org/officeDocument/2006/relationships/tags" Target="../tags/tag446.xml"/><Relationship Id="rId4" Type="http://schemas.openxmlformats.org/officeDocument/2006/relationships/tags" Target="../tags/tag445.xml"/><Relationship Id="rId3" Type="http://schemas.openxmlformats.org/officeDocument/2006/relationships/tags" Target="../tags/tag444.xml"/><Relationship Id="rId22" Type="http://schemas.openxmlformats.org/officeDocument/2006/relationships/tags" Target="../tags/tag461.xml"/><Relationship Id="rId21" Type="http://schemas.openxmlformats.org/officeDocument/2006/relationships/tags" Target="../tags/tag460.xml"/><Relationship Id="rId20" Type="http://schemas.openxmlformats.org/officeDocument/2006/relationships/tags" Target="../tags/tag459.xml"/><Relationship Id="rId2" Type="http://schemas.openxmlformats.org/officeDocument/2006/relationships/tags" Target="../tags/tag443.xml"/><Relationship Id="rId19" Type="http://schemas.openxmlformats.org/officeDocument/2006/relationships/tags" Target="../tags/tag458.xml"/><Relationship Id="rId18" Type="http://schemas.openxmlformats.org/officeDocument/2006/relationships/tags" Target="../tags/tag457.xml"/><Relationship Id="rId17" Type="http://schemas.openxmlformats.org/officeDocument/2006/relationships/tags" Target="../tags/tag456.xml"/><Relationship Id="rId16" Type="http://schemas.openxmlformats.org/officeDocument/2006/relationships/tags" Target="../tags/tag455.xml"/><Relationship Id="rId15" Type="http://schemas.openxmlformats.org/officeDocument/2006/relationships/tags" Target="../tags/tag454.xml"/><Relationship Id="rId14" Type="http://schemas.openxmlformats.org/officeDocument/2006/relationships/tags" Target="../tags/tag453.xml"/><Relationship Id="rId13" Type="http://schemas.openxmlformats.org/officeDocument/2006/relationships/tags" Target="../tags/tag452.xml"/><Relationship Id="rId12" Type="http://schemas.openxmlformats.org/officeDocument/2006/relationships/tags" Target="../tags/tag451.xml"/><Relationship Id="rId11" Type="http://schemas.openxmlformats.org/officeDocument/2006/relationships/image" Target="../media/image5.svg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6" Type="http://schemas.openxmlformats.org/officeDocument/2006/relationships/tags" Target="../tags/tag495.xml"/><Relationship Id="rId25" Type="http://schemas.openxmlformats.org/officeDocument/2006/relationships/tags" Target="../tags/tag494.xml"/><Relationship Id="rId24" Type="http://schemas.openxmlformats.org/officeDocument/2006/relationships/tags" Target="../tags/tag493.xml"/><Relationship Id="rId23" Type="http://schemas.openxmlformats.org/officeDocument/2006/relationships/tags" Target="../tags/tag492.xml"/><Relationship Id="rId22" Type="http://schemas.openxmlformats.org/officeDocument/2006/relationships/tags" Target="../tags/tag491.xml"/><Relationship Id="rId21" Type="http://schemas.openxmlformats.org/officeDocument/2006/relationships/tags" Target="../tags/tag490.xml"/><Relationship Id="rId20" Type="http://schemas.openxmlformats.org/officeDocument/2006/relationships/tags" Target="../tags/tag489.xml"/><Relationship Id="rId2" Type="http://schemas.openxmlformats.org/officeDocument/2006/relationships/tags" Target="../tags/tag473.xml"/><Relationship Id="rId19" Type="http://schemas.openxmlformats.org/officeDocument/2006/relationships/tags" Target="../tags/tag488.xml"/><Relationship Id="rId18" Type="http://schemas.openxmlformats.org/officeDocument/2006/relationships/tags" Target="../tags/tag487.xml"/><Relationship Id="rId17" Type="http://schemas.openxmlformats.org/officeDocument/2006/relationships/tags" Target="../tags/tag486.xml"/><Relationship Id="rId16" Type="http://schemas.openxmlformats.org/officeDocument/2006/relationships/tags" Target="../tags/tag485.xml"/><Relationship Id="rId15" Type="http://schemas.openxmlformats.org/officeDocument/2006/relationships/tags" Target="../tags/tag484.xml"/><Relationship Id="rId14" Type="http://schemas.openxmlformats.org/officeDocument/2006/relationships/tags" Target="../tags/tag483.xml"/><Relationship Id="rId13" Type="http://schemas.openxmlformats.org/officeDocument/2006/relationships/image" Target="../media/image9.svg"/><Relationship Id="rId12" Type="http://schemas.openxmlformats.org/officeDocument/2006/relationships/image" Target="../media/image1.png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6" Type="http://schemas.openxmlformats.org/officeDocument/2006/relationships/tags" Target="../tags/tag500.xml"/><Relationship Id="rId5" Type="http://schemas.openxmlformats.org/officeDocument/2006/relationships/tags" Target="../tags/tag499.xml"/><Relationship Id="rId4" Type="http://schemas.openxmlformats.org/officeDocument/2006/relationships/tags" Target="../tags/tag498.xml"/><Relationship Id="rId3" Type="http://schemas.openxmlformats.org/officeDocument/2006/relationships/tags" Target="../tags/tag497.xml"/><Relationship Id="rId2" Type="http://schemas.openxmlformats.org/officeDocument/2006/relationships/tags" Target="../tags/tag496.xml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506.xml"/><Relationship Id="rId8" Type="http://schemas.openxmlformats.org/officeDocument/2006/relationships/tags" Target="../tags/tag505.xml"/><Relationship Id="rId7" Type="http://schemas.openxmlformats.org/officeDocument/2006/relationships/tags" Target="../tags/tag504.xml"/><Relationship Id="rId6" Type="http://schemas.openxmlformats.org/officeDocument/2006/relationships/image" Target="../media/image10.svg"/><Relationship Id="rId5" Type="http://schemas.openxmlformats.org/officeDocument/2006/relationships/image" Target="../media/image3.png"/><Relationship Id="rId4" Type="http://schemas.openxmlformats.org/officeDocument/2006/relationships/tags" Target="../tags/tag503.xml"/><Relationship Id="rId3" Type="http://schemas.openxmlformats.org/officeDocument/2006/relationships/tags" Target="../tags/tag502.xml"/><Relationship Id="rId2" Type="http://schemas.openxmlformats.org/officeDocument/2006/relationships/tags" Target="../tags/tag501.xml"/><Relationship Id="rId14" Type="http://schemas.openxmlformats.org/officeDocument/2006/relationships/tags" Target="../tags/tag511.xml"/><Relationship Id="rId13" Type="http://schemas.openxmlformats.org/officeDocument/2006/relationships/tags" Target="../tags/tag510.xml"/><Relationship Id="rId12" Type="http://schemas.openxmlformats.org/officeDocument/2006/relationships/tags" Target="../tags/tag509.xml"/><Relationship Id="rId11" Type="http://schemas.openxmlformats.org/officeDocument/2006/relationships/tags" Target="../tags/tag508.xml"/><Relationship Id="rId10" Type="http://schemas.openxmlformats.org/officeDocument/2006/relationships/tags" Target="../tags/tag507.xml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9" Type="http://schemas.openxmlformats.org/officeDocument/2006/relationships/tags" Target="../tags/tag519.xml"/><Relationship Id="rId8" Type="http://schemas.openxmlformats.org/officeDocument/2006/relationships/tags" Target="../tags/tag518.xml"/><Relationship Id="rId7" Type="http://schemas.openxmlformats.org/officeDocument/2006/relationships/tags" Target="../tags/tag517.xml"/><Relationship Id="rId6" Type="http://schemas.openxmlformats.org/officeDocument/2006/relationships/tags" Target="../tags/tag516.xml"/><Relationship Id="rId5" Type="http://schemas.openxmlformats.org/officeDocument/2006/relationships/tags" Target="../tags/tag515.xml"/><Relationship Id="rId4" Type="http://schemas.openxmlformats.org/officeDocument/2006/relationships/tags" Target="../tags/tag514.xml"/><Relationship Id="rId3" Type="http://schemas.openxmlformats.org/officeDocument/2006/relationships/tags" Target="../tags/tag513.xml"/><Relationship Id="rId22" Type="http://schemas.openxmlformats.org/officeDocument/2006/relationships/tags" Target="../tags/tag530.xml"/><Relationship Id="rId21" Type="http://schemas.openxmlformats.org/officeDocument/2006/relationships/tags" Target="../tags/tag529.xml"/><Relationship Id="rId20" Type="http://schemas.openxmlformats.org/officeDocument/2006/relationships/tags" Target="../tags/tag528.xml"/><Relationship Id="rId2" Type="http://schemas.openxmlformats.org/officeDocument/2006/relationships/tags" Target="../tags/tag512.xml"/><Relationship Id="rId19" Type="http://schemas.openxmlformats.org/officeDocument/2006/relationships/tags" Target="../tags/tag527.xml"/><Relationship Id="rId18" Type="http://schemas.openxmlformats.org/officeDocument/2006/relationships/tags" Target="../tags/tag526.xml"/><Relationship Id="rId17" Type="http://schemas.openxmlformats.org/officeDocument/2006/relationships/tags" Target="../tags/tag525.xml"/><Relationship Id="rId16" Type="http://schemas.openxmlformats.org/officeDocument/2006/relationships/tags" Target="../tags/tag524.xml"/><Relationship Id="rId15" Type="http://schemas.openxmlformats.org/officeDocument/2006/relationships/tags" Target="../tags/tag523.xml"/><Relationship Id="rId14" Type="http://schemas.openxmlformats.org/officeDocument/2006/relationships/tags" Target="../tags/tag522.xml"/><Relationship Id="rId13" Type="http://schemas.openxmlformats.org/officeDocument/2006/relationships/image" Target="../media/image9.svg"/><Relationship Id="rId12" Type="http://schemas.openxmlformats.org/officeDocument/2006/relationships/image" Target="../media/image1.png"/><Relationship Id="rId11" Type="http://schemas.openxmlformats.org/officeDocument/2006/relationships/tags" Target="../tags/tag521.xml"/><Relationship Id="rId10" Type="http://schemas.openxmlformats.org/officeDocument/2006/relationships/tags" Target="../tags/tag520.xml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7" Type="http://schemas.openxmlformats.org/officeDocument/2006/relationships/tags" Target="../tags/tag536.xml"/><Relationship Id="rId6" Type="http://schemas.openxmlformats.org/officeDocument/2006/relationships/tags" Target="../tags/tag535.xml"/><Relationship Id="rId5" Type="http://schemas.openxmlformats.org/officeDocument/2006/relationships/tags" Target="../tags/tag534.xml"/><Relationship Id="rId4" Type="http://schemas.openxmlformats.org/officeDocument/2006/relationships/tags" Target="../tags/tag533.xml"/><Relationship Id="rId3" Type="http://schemas.openxmlformats.org/officeDocument/2006/relationships/tags" Target="../tags/tag532.xml"/><Relationship Id="rId2" Type="http://schemas.openxmlformats.org/officeDocument/2006/relationships/tags" Target="../tags/tag531.xml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" Type="http://schemas.openxmlformats.org/officeDocument/2006/relationships/tags" Target="../tags/tag539.xml"/><Relationship Id="rId3" Type="http://schemas.openxmlformats.org/officeDocument/2006/relationships/tags" Target="../tags/tag538.xml"/><Relationship Id="rId2" Type="http://schemas.openxmlformats.org/officeDocument/2006/relationships/tags" Target="../tags/tag537.xml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5" Type="http://schemas.openxmlformats.org/officeDocument/2006/relationships/tags" Target="../tags/tag548.xml"/><Relationship Id="rId4" Type="http://schemas.openxmlformats.org/officeDocument/2006/relationships/tags" Target="../tags/tag547.xml"/><Relationship Id="rId3" Type="http://schemas.openxmlformats.org/officeDocument/2006/relationships/tags" Target="../tags/tag546.xml"/><Relationship Id="rId2" Type="http://schemas.openxmlformats.org/officeDocument/2006/relationships/tags" Target="../tags/tag545.xml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4" Type="http://schemas.openxmlformats.org/officeDocument/2006/relationships/tags" Target="../tags/tag551.xml"/><Relationship Id="rId3" Type="http://schemas.openxmlformats.org/officeDocument/2006/relationships/tags" Target="../tags/tag550.xml"/><Relationship Id="rId2" Type="http://schemas.openxmlformats.org/officeDocument/2006/relationships/tags" Target="../tags/tag549.xml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5" Type="http://schemas.openxmlformats.org/officeDocument/2006/relationships/tags" Target="../tags/tag555.xml"/><Relationship Id="rId4" Type="http://schemas.openxmlformats.org/officeDocument/2006/relationships/tags" Target="../tags/tag554.xml"/><Relationship Id="rId3" Type="http://schemas.openxmlformats.org/officeDocument/2006/relationships/tags" Target="../tags/tag553.xml"/><Relationship Id="rId2" Type="http://schemas.openxmlformats.org/officeDocument/2006/relationships/tags" Target="../tags/tag552.xml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6" Type="http://schemas.openxmlformats.org/officeDocument/2006/relationships/tags" Target="../tags/tag560.xml"/><Relationship Id="rId5" Type="http://schemas.openxmlformats.org/officeDocument/2006/relationships/tags" Target="../tags/tag559.xml"/><Relationship Id="rId4" Type="http://schemas.openxmlformats.org/officeDocument/2006/relationships/tags" Target="../tags/tag558.xml"/><Relationship Id="rId3" Type="http://schemas.openxmlformats.org/officeDocument/2006/relationships/tags" Target="../tags/tag557.xml"/><Relationship Id="rId2" Type="http://schemas.openxmlformats.org/officeDocument/2006/relationships/tags" Target="../tags/tag556.xml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9" Type="http://schemas.openxmlformats.org/officeDocument/2006/relationships/tags" Target="../tags/tag568.xml"/><Relationship Id="rId8" Type="http://schemas.openxmlformats.org/officeDocument/2006/relationships/tags" Target="../tags/tag567.xml"/><Relationship Id="rId7" Type="http://schemas.openxmlformats.org/officeDocument/2006/relationships/tags" Target="../tags/tag566.xml"/><Relationship Id="rId6" Type="http://schemas.openxmlformats.org/officeDocument/2006/relationships/tags" Target="../tags/tag565.xml"/><Relationship Id="rId5" Type="http://schemas.openxmlformats.org/officeDocument/2006/relationships/tags" Target="../tags/tag564.xml"/><Relationship Id="rId4" Type="http://schemas.openxmlformats.org/officeDocument/2006/relationships/tags" Target="../tags/tag563.xml"/><Relationship Id="rId3" Type="http://schemas.openxmlformats.org/officeDocument/2006/relationships/tags" Target="../tags/tag562.xml"/><Relationship Id="rId22" Type="http://schemas.openxmlformats.org/officeDocument/2006/relationships/tags" Target="../tags/tag579.xml"/><Relationship Id="rId21" Type="http://schemas.openxmlformats.org/officeDocument/2006/relationships/tags" Target="../tags/tag578.xml"/><Relationship Id="rId20" Type="http://schemas.openxmlformats.org/officeDocument/2006/relationships/tags" Target="../tags/tag577.xml"/><Relationship Id="rId2" Type="http://schemas.openxmlformats.org/officeDocument/2006/relationships/tags" Target="../tags/tag561.xml"/><Relationship Id="rId19" Type="http://schemas.openxmlformats.org/officeDocument/2006/relationships/tags" Target="../tags/tag576.xml"/><Relationship Id="rId18" Type="http://schemas.openxmlformats.org/officeDocument/2006/relationships/tags" Target="../tags/tag575.xml"/><Relationship Id="rId17" Type="http://schemas.openxmlformats.org/officeDocument/2006/relationships/tags" Target="../tags/tag574.xml"/><Relationship Id="rId16" Type="http://schemas.openxmlformats.org/officeDocument/2006/relationships/tags" Target="../tags/tag573.xml"/><Relationship Id="rId15" Type="http://schemas.openxmlformats.org/officeDocument/2006/relationships/tags" Target="../tags/tag572.xml"/><Relationship Id="rId14" Type="http://schemas.openxmlformats.org/officeDocument/2006/relationships/tags" Target="../tags/tag571.xml"/><Relationship Id="rId13" Type="http://schemas.openxmlformats.org/officeDocument/2006/relationships/tags" Target="../tags/tag570.xml"/><Relationship Id="rId12" Type="http://schemas.openxmlformats.org/officeDocument/2006/relationships/tags" Target="../tags/tag569.xml"/><Relationship Id="rId11" Type="http://schemas.openxmlformats.org/officeDocument/2006/relationships/image" Target="../media/image9.svg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9" Type="http://schemas.openxmlformats.org/officeDocument/2006/relationships/tags" Target="../tags/tag598.xml"/><Relationship Id="rId8" Type="http://schemas.openxmlformats.org/officeDocument/2006/relationships/tags" Target="../tags/tag597.xml"/><Relationship Id="rId7" Type="http://schemas.openxmlformats.org/officeDocument/2006/relationships/tags" Target="../tags/tag596.xml"/><Relationship Id="rId6" Type="http://schemas.openxmlformats.org/officeDocument/2006/relationships/tags" Target="../tags/tag595.xml"/><Relationship Id="rId5" Type="http://schemas.openxmlformats.org/officeDocument/2006/relationships/tags" Target="../tags/tag594.xml"/><Relationship Id="rId4" Type="http://schemas.openxmlformats.org/officeDocument/2006/relationships/tags" Target="../tags/tag593.xml"/><Relationship Id="rId3" Type="http://schemas.openxmlformats.org/officeDocument/2006/relationships/tags" Target="../tags/tag592.xml"/><Relationship Id="rId26" Type="http://schemas.openxmlformats.org/officeDocument/2006/relationships/tags" Target="../tags/tag613.xml"/><Relationship Id="rId25" Type="http://schemas.openxmlformats.org/officeDocument/2006/relationships/tags" Target="../tags/tag612.xml"/><Relationship Id="rId24" Type="http://schemas.openxmlformats.org/officeDocument/2006/relationships/tags" Target="../tags/tag611.xml"/><Relationship Id="rId23" Type="http://schemas.openxmlformats.org/officeDocument/2006/relationships/tags" Target="../tags/tag610.xml"/><Relationship Id="rId22" Type="http://schemas.openxmlformats.org/officeDocument/2006/relationships/tags" Target="../tags/tag609.xml"/><Relationship Id="rId21" Type="http://schemas.openxmlformats.org/officeDocument/2006/relationships/tags" Target="../tags/tag608.xml"/><Relationship Id="rId20" Type="http://schemas.openxmlformats.org/officeDocument/2006/relationships/tags" Target="../tags/tag607.xml"/><Relationship Id="rId2" Type="http://schemas.openxmlformats.org/officeDocument/2006/relationships/tags" Target="../tags/tag591.xml"/><Relationship Id="rId19" Type="http://schemas.openxmlformats.org/officeDocument/2006/relationships/tags" Target="../tags/tag606.xml"/><Relationship Id="rId18" Type="http://schemas.openxmlformats.org/officeDocument/2006/relationships/tags" Target="../tags/tag605.xml"/><Relationship Id="rId17" Type="http://schemas.openxmlformats.org/officeDocument/2006/relationships/tags" Target="../tags/tag604.xml"/><Relationship Id="rId16" Type="http://schemas.openxmlformats.org/officeDocument/2006/relationships/tags" Target="../tags/tag603.xml"/><Relationship Id="rId15" Type="http://schemas.openxmlformats.org/officeDocument/2006/relationships/tags" Target="../tags/tag602.xml"/><Relationship Id="rId14" Type="http://schemas.openxmlformats.org/officeDocument/2006/relationships/tags" Target="../tags/tag601.xml"/><Relationship Id="rId13" Type="http://schemas.openxmlformats.org/officeDocument/2006/relationships/image" Target="../media/image9.svg"/><Relationship Id="rId12" Type="http://schemas.openxmlformats.org/officeDocument/2006/relationships/image" Target="../media/image1.png"/><Relationship Id="rId11" Type="http://schemas.openxmlformats.org/officeDocument/2006/relationships/tags" Target="../tags/tag600.xml"/><Relationship Id="rId10" Type="http://schemas.openxmlformats.org/officeDocument/2006/relationships/tags" Target="../tags/tag599.xml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6" Type="http://schemas.openxmlformats.org/officeDocument/2006/relationships/tags" Target="../tags/tag618.xml"/><Relationship Id="rId5" Type="http://schemas.openxmlformats.org/officeDocument/2006/relationships/tags" Target="../tags/tag617.xml"/><Relationship Id="rId4" Type="http://schemas.openxmlformats.org/officeDocument/2006/relationships/tags" Target="../tags/tag616.xml"/><Relationship Id="rId3" Type="http://schemas.openxmlformats.org/officeDocument/2006/relationships/tags" Target="../tags/tag615.xml"/><Relationship Id="rId2" Type="http://schemas.openxmlformats.org/officeDocument/2006/relationships/tags" Target="../tags/tag614.xml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9" Type="http://schemas.openxmlformats.org/officeDocument/2006/relationships/tags" Target="../tags/tag624.xml"/><Relationship Id="rId8" Type="http://schemas.openxmlformats.org/officeDocument/2006/relationships/tags" Target="../tags/tag623.xml"/><Relationship Id="rId7" Type="http://schemas.openxmlformats.org/officeDocument/2006/relationships/tags" Target="../tags/tag622.xml"/><Relationship Id="rId6" Type="http://schemas.openxmlformats.org/officeDocument/2006/relationships/image" Target="../media/image10.svg"/><Relationship Id="rId5" Type="http://schemas.openxmlformats.org/officeDocument/2006/relationships/image" Target="../media/image3.png"/><Relationship Id="rId4" Type="http://schemas.openxmlformats.org/officeDocument/2006/relationships/tags" Target="../tags/tag621.xml"/><Relationship Id="rId3" Type="http://schemas.openxmlformats.org/officeDocument/2006/relationships/tags" Target="../tags/tag620.xml"/><Relationship Id="rId2" Type="http://schemas.openxmlformats.org/officeDocument/2006/relationships/tags" Target="../tags/tag619.xml"/><Relationship Id="rId14" Type="http://schemas.openxmlformats.org/officeDocument/2006/relationships/tags" Target="../tags/tag629.xml"/><Relationship Id="rId13" Type="http://schemas.openxmlformats.org/officeDocument/2006/relationships/tags" Target="../tags/tag628.xml"/><Relationship Id="rId12" Type="http://schemas.openxmlformats.org/officeDocument/2006/relationships/tags" Target="../tags/tag627.xml"/><Relationship Id="rId11" Type="http://schemas.openxmlformats.org/officeDocument/2006/relationships/tags" Target="../tags/tag626.xml"/><Relationship Id="rId10" Type="http://schemas.openxmlformats.org/officeDocument/2006/relationships/tags" Target="../tags/tag625.xml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9" Type="http://schemas.openxmlformats.org/officeDocument/2006/relationships/tags" Target="../tags/tag637.xml"/><Relationship Id="rId8" Type="http://schemas.openxmlformats.org/officeDocument/2006/relationships/tags" Target="../tags/tag636.xml"/><Relationship Id="rId7" Type="http://schemas.openxmlformats.org/officeDocument/2006/relationships/tags" Target="../tags/tag635.xml"/><Relationship Id="rId6" Type="http://schemas.openxmlformats.org/officeDocument/2006/relationships/tags" Target="../tags/tag634.xml"/><Relationship Id="rId5" Type="http://schemas.openxmlformats.org/officeDocument/2006/relationships/tags" Target="../tags/tag633.xml"/><Relationship Id="rId4" Type="http://schemas.openxmlformats.org/officeDocument/2006/relationships/tags" Target="../tags/tag632.xml"/><Relationship Id="rId3" Type="http://schemas.openxmlformats.org/officeDocument/2006/relationships/tags" Target="../tags/tag631.xml"/><Relationship Id="rId22" Type="http://schemas.openxmlformats.org/officeDocument/2006/relationships/tags" Target="../tags/tag648.xml"/><Relationship Id="rId21" Type="http://schemas.openxmlformats.org/officeDocument/2006/relationships/tags" Target="../tags/tag647.xml"/><Relationship Id="rId20" Type="http://schemas.openxmlformats.org/officeDocument/2006/relationships/tags" Target="../tags/tag646.xml"/><Relationship Id="rId2" Type="http://schemas.openxmlformats.org/officeDocument/2006/relationships/tags" Target="../tags/tag630.xml"/><Relationship Id="rId19" Type="http://schemas.openxmlformats.org/officeDocument/2006/relationships/tags" Target="../tags/tag645.xml"/><Relationship Id="rId18" Type="http://schemas.openxmlformats.org/officeDocument/2006/relationships/tags" Target="../tags/tag644.xml"/><Relationship Id="rId17" Type="http://schemas.openxmlformats.org/officeDocument/2006/relationships/tags" Target="../tags/tag643.xml"/><Relationship Id="rId16" Type="http://schemas.openxmlformats.org/officeDocument/2006/relationships/tags" Target="../tags/tag642.xml"/><Relationship Id="rId15" Type="http://schemas.openxmlformats.org/officeDocument/2006/relationships/tags" Target="../tags/tag641.xml"/><Relationship Id="rId14" Type="http://schemas.openxmlformats.org/officeDocument/2006/relationships/tags" Target="../tags/tag640.xml"/><Relationship Id="rId13" Type="http://schemas.openxmlformats.org/officeDocument/2006/relationships/image" Target="../media/image9.svg"/><Relationship Id="rId12" Type="http://schemas.openxmlformats.org/officeDocument/2006/relationships/image" Target="../media/image1.png"/><Relationship Id="rId11" Type="http://schemas.openxmlformats.org/officeDocument/2006/relationships/tags" Target="../tags/tag639.xml"/><Relationship Id="rId10" Type="http://schemas.openxmlformats.org/officeDocument/2006/relationships/tags" Target="../tags/tag638.xml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7" Type="http://schemas.openxmlformats.org/officeDocument/2006/relationships/tags" Target="../tags/tag654.xml"/><Relationship Id="rId6" Type="http://schemas.openxmlformats.org/officeDocument/2006/relationships/tags" Target="../tags/tag653.xml"/><Relationship Id="rId5" Type="http://schemas.openxmlformats.org/officeDocument/2006/relationships/tags" Target="../tags/tag652.xml"/><Relationship Id="rId4" Type="http://schemas.openxmlformats.org/officeDocument/2006/relationships/tags" Target="../tags/tag651.xml"/><Relationship Id="rId3" Type="http://schemas.openxmlformats.org/officeDocument/2006/relationships/tags" Target="../tags/tag650.xml"/><Relationship Id="rId2" Type="http://schemas.openxmlformats.org/officeDocument/2006/relationships/tags" Target="../tags/tag649.xml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9" Type="http://schemas.openxmlformats.org/officeDocument/2006/relationships/tags" Target="../tags/tag662.xml"/><Relationship Id="rId8" Type="http://schemas.openxmlformats.org/officeDocument/2006/relationships/tags" Target="../tags/tag661.xml"/><Relationship Id="rId7" Type="http://schemas.openxmlformats.org/officeDocument/2006/relationships/tags" Target="../tags/tag660.xml"/><Relationship Id="rId6" Type="http://schemas.openxmlformats.org/officeDocument/2006/relationships/tags" Target="../tags/tag659.xml"/><Relationship Id="rId5" Type="http://schemas.openxmlformats.org/officeDocument/2006/relationships/tags" Target="../tags/tag658.xml"/><Relationship Id="rId4" Type="http://schemas.openxmlformats.org/officeDocument/2006/relationships/tags" Target="../tags/tag657.xml"/><Relationship Id="rId3" Type="http://schemas.openxmlformats.org/officeDocument/2006/relationships/tags" Target="../tags/tag656.xml"/><Relationship Id="rId2" Type="http://schemas.openxmlformats.org/officeDocument/2006/relationships/tags" Target="../tags/tag655.xml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5" Type="http://schemas.openxmlformats.org/officeDocument/2006/relationships/tags" Target="../tags/tag666.xml"/><Relationship Id="rId4" Type="http://schemas.openxmlformats.org/officeDocument/2006/relationships/tags" Target="../tags/tag665.xml"/><Relationship Id="rId3" Type="http://schemas.openxmlformats.org/officeDocument/2006/relationships/tags" Target="../tags/tag664.xml"/><Relationship Id="rId2" Type="http://schemas.openxmlformats.org/officeDocument/2006/relationships/tags" Target="../tags/tag663.xml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4" Type="http://schemas.openxmlformats.org/officeDocument/2006/relationships/tags" Target="../tags/tag669.xml"/><Relationship Id="rId3" Type="http://schemas.openxmlformats.org/officeDocument/2006/relationships/tags" Target="../tags/tag668.xml"/><Relationship Id="rId2" Type="http://schemas.openxmlformats.org/officeDocument/2006/relationships/tags" Target="../tags/tag667.xml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5" Type="http://schemas.openxmlformats.org/officeDocument/2006/relationships/tags" Target="../tags/tag673.xml"/><Relationship Id="rId4" Type="http://schemas.openxmlformats.org/officeDocument/2006/relationships/tags" Target="../tags/tag672.xml"/><Relationship Id="rId3" Type="http://schemas.openxmlformats.org/officeDocument/2006/relationships/tags" Target="../tags/tag671.xml"/><Relationship Id="rId2" Type="http://schemas.openxmlformats.org/officeDocument/2006/relationships/tags" Target="../tags/tag670.xml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6" Type="http://schemas.openxmlformats.org/officeDocument/2006/relationships/tags" Target="../tags/tag678.xml"/><Relationship Id="rId5" Type="http://schemas.openxmlformats.org/officeDocument/2006/relationships/tags" Target="../tags/tag677.xml"/><Relationship Id="rId4" Type="http://schemas.openxmlformats.org/officeDocument/2006/relationships/tags" Target="../tags/tag676.xml"/><Relationship Id="rId3" Type="http://schemas.openxmlformats.org/officeDocument/2006/relationships/tags" Target="../tags/tag675.xml"/><Relationship Id="rId2" Type="http://schemas.openxmlformats.org/officeDocument/2006/relationships/tags" Target="../tags/tag674.xml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9" Type="http://schemas.openxmlformats.org/officeDocument/2006/relationships/tags" Target="../tags/tag686.xml"/><Relationship Id="rId8" Type="http://schemas.openxmlformats.org/officeDocument/2006/relationships/tags" Target="../tags/tag685.xml"/><Relationship Id="rId7" Type="http://schemas.openxmlformats.org/officeDocument/2006/relationships/tags" Target="../tags/tag684.xml"/><Relationship Id="rId6" Type="http://schemas.openxmlformats.org/officeDocument/2006/relationships/tags" Target="../tags/tag683.xml"/><Relationship Id="rId5" Type="http://schemas.openxmlformats.org/officeDocument/2006/relationships/tags" Target="../tags/tag682.xml"/><Relationship Id="rId4" Type="http://schemas.openxmlformats.org/officeDocument/2006/relationships/tags" Target="../tags/tag681.xml"/><Relationship Id="rId3" Type="http://schemas.openxmlformats.org/officeDocument/2006/relationships/tags" Target="../tags/tag680.xml"/><Relationship Id="rId22" Type="http://schemas.openxmlformats.org/officeDocument/2006/relationships/tags" Target="../tags/tag697.xml"/><Relationship Id="rId21" Type="http://schemas.openxmlformats.org/officeDocument/2006/relationships/tags" Target="../tags/tag696.xml"/><Relationship Id="rId20" Type="http://schemas.openxmlformats.org/officeDocument/2006/relationships/tags" Target="../tags/tag695.xml"/><Relationship Id="rId2" Type="http://schemas.openxmlformats.org/officeDocument/2006/relationships/tags" Target="../tags/tag679.xml"/><Relationship Id="rId19" Type="http://schemas.openxmlformats.org/officeDocument/2006/relationships/tags" Target="../tags/tag694.xml"/><Relationship Id="rId18" Type="http://schemas.openxmlformats.org/officeDocument/2006/relationships/tags" Target="../tags/tag693.xml"/><Relationship Id="rId17" Type="http://schemas.openxmlformats.org/officeDocument/2006/relationships/tags" Target="../tags/tag692.xml"/><Relationship Id="rId16" Type="http://schemas.openxmlformats.org/officeDocument/2006/relationships/tags" Target="../tags/tag691.xml"/><Relationship Id="rId15" Type="http://schemas.openxmlformats.org/officeDocument/2006/relationships/tags" Target="../tags/tag690.xml"/><Relationship Id="rId14" Type="http://schemas.openxmlformats.org/officeDocument/2006/relationships/tags" Target="../tags/tag689.xml"/><Relationship Id="rId13" Type="http://schemas.openxmlformats.org/officeDocument/2006/relationships/tags" Target="../tags/tag688.xml"/><Relationship Id="rId12" Type="http://schemas.openxmlformats.org/officeDocument/2006/relationships/tags" Target="../tags/tag687.xml"/><Relationship Id="rId11" Type="http://schemas.openxmlformats.org/officeDocument/2006/relationships/image" Target="../media/image9.svg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9" Type="http://schemas.openxmlformats.org/officeDocument/2006/relationships/tags" Target="../tags/tag716.xml"/><Relationship Id="rId8" Type="http://schemas.openxmlformats.org/officeDocument/2006/relationships/tags" Target="../tags/tag715.xml"/><Relationship Id="rId7" Type="http://schemas.openxmlformats.org/officeDocument/2006/relationships/tags" Target="../tags/tag714.xml"/><Relationship Id="rId6" Type="http://schemas.openxmlformats.org/officeDocument/2006/relationships/tags" Target="../tags/tag713.xml"/><Relationship Id="rId5" Type="http://schemas.openxmlformats.org/officeDocument/2006/relationships/tags" Target="../tags/tag712.xml"/><Relationship Id="rId4" Type="http://schemas.openxmlformats.org/officeDocument/2006/relationships/tags" Target="../tags/tag711.xml"/><Relationship Id="rId3" Type="http://schemas.openxmlformats.org/officeDocument/2006/relationships/tags" Target="../tags/tag710.xml"/><Relationship Id="rId26" Type="http://schemas.openxmlformats.org/officeDocument/2006/relationships/tags" Target="../tags/tag731.xml"/><Relationship Id="rId25" Type="http://schemas.openxmlformats.org/officeDocument/2006/relationships/tags" Target="../tags/tag730.xml"/><Relationship Id="rId24" Type="http://schemas.openxmlformats.org/officeDocument/2006/relationships/tags" Target="../tags/tag729.xml"/><Relationship Id="rId23" Type="http://schemas.openxmlformats.org/officeDocument/2006/relationships/tags" Target="../tags/tag728.xml"/><Relationship Id="rId22" Type="http://schemas.openxmlformats.org/officeDocument/2006/relationships/tags" Target="../tags/tag727.xml"/><Relationship Id="rId21" Type="http://schemas.openxmlformats.org/officeDocument/2006/relationships/tags" Target="../tags/tag726.xml"/><Relationship Id="rId20" Type="http://schemas.openxmlformats.org/officeDocument/2006/relationships/tags" Target="../tags/tag725.xml"/><Relationship Id="rId2" Type="http://schemas.openxmlformats.org/officeDocument/2006/relationships/tags" Target="../tags/tag709.xml"/><Relationship Id="rId19" Type="http://schemas.openxmlformats.org/officeDocument/2006/relationships/tags" Target="../tags/tag724.xml"/><Relationship Id="rId18" Type="http://schemas.openxmlformats.org/officeDocument/2006/relationships/tags" Target="../tags/tag723.xml"/><Relationship Id="rId17" Type="http://schemas.openxmlformats.org/officeDocument/2006/relationships/tags" Target="../tags/tag722.xml"/><Relationship Id="rId16" Type="http://schemas.openxmlformats.org/officeDocument/2006/relationships/tags" Target="../tags/tag721.xml"/><Relationship Id="rId15" Type="http://schemas.openxmlformats.org/officeDocument/2006/relationships/tags" Target="../tags/tag720.xml"/><Relationship Id="rId14" Type="http://schemas.openxmlformats.org/officeDocument/2006/relationships/tags" Target="../tags/tag719.xml"/><Relationship Id="rId13" Type="http://schemas.openxmlformats.org/officeDocument/2006/relationships/image" Target="../media/image11.svg"/><Relationship Id="rId12" Type="http://schemas.openxmlformats.org/officeDocument/2006/relationships/image" Target="../media/image1.png"/><Relationship Id="rId11" Type="http://schemas.openxmlformats.org/officeDocument/2006/relationships/tags" Target="../tags/tag718.xml"/><Relationship Id="rId10" Type="http://schemas.openxmlformats.org/officeDocument/2006/relationships/tags" Target="../tags/tag717.xml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6" Type="http://schemas.openxmlformats.org/officeDocument/2006/relationships/tags" Target="../tags/tag736.xml"/><Relationship Id="rId5" Type="http://schemas.openxmlformats.org/officeDocument/2006/relationships/tags" Target="../tags/tag735.xml"/><Relationship Id="rId4" Type="http://schemas.openxmlformats.org/officeDocument/2006/relationships/tags" Target="../tags/tag734.xml"/><Relationship Id="rId3" Type="http://schemas.openxmlformats.org/officeDocument/2006/relationships/tags" Target="../tags/tag733.xml"/><Relationship Id="rId2" Type="http://schemas.openxmlformats.org/officeDocument/2006/relationships/tags" Target="../tags/tag732.xml"/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9" Type="http://schemas.openxmlformats.org/officeDocument/2006/relationships/tags" Target="../tags/tag742.xml"/><Relationship Id="rId8" Type="http://schemas.openxmlformats.org/officeDocument/2006/relationships/tags" Target="../tags/tag741.xml"/><Relationship Id="rId7" Type="http://schemas.openxmlformats.org/officeDocument/2006/relationships/tags" Target="../tags/tag740.xml"/><Relationship Id="rId6" Type="http://schemas.openxmlformats.org/officeDocument/2006/relationships/image" Target="../media/image12.svg"/><Relationship Id="rId5" Type="http://schemas.openxmlformats.org/officeDocument/2006/relationships/image" Target="../media/image3.png"/><Relationship Id="rId4" Type="http://schemas.openxmlformats.org/officeDocument/2006/relationships/tags" Target="../tags/tag739.xml"/><Relationship Id="rId3" Type="http://schemas.openxmlformats.org/officeDocument/2006/relationships/tags" Target="../tags/tag738.xml"/><Relationship Id="rId2" Type="http://schemas.openxmlformats.org/officeDocument/2006/relationships/tags" Target="../tags/tag737.xml"/><Relationship Id="rId14" Type="http://schemas.openxmlformats.org/officeDocument/2006/relationships/tags" Target="../tags/tag747.xml"/><Relationship Id="rId13" Type="http://schemas.openxmlformats.org/officeDocument/2006/relationships/tags" Target="../tags/tag746.xml"/><Relationship Id="rId12" Type="http://schemas.openxmlformats.org/officeDocument/2006/relationships/tags" Target="../tags/tag745.xml"/><Relationship Id="rId11" Type="http://schemas.openxmlformats.org/officeDocument/2006/relationships/tags" Target="../tags/tag744.xml"/><Relationship Id="rId10" Type="http://schemas.openxmlformats.org/officeDocument/2006/relationships/tags" Target="../tags/tag743.xml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9" Type="http://schemas.openxmlformats.org/officeDocument/2006/relationships/tags" Target="../tags/tag755.xml"/><Relationship Id="rId8" Type="http://schemas.openxmlformats.org/officeDocument/2006/relationships/tags" Target="../tags/tag754.xml"/><Relationship Id="rId7" Type="http://schemas.openxmlformats.org/officeDocument/2006/relationships/tags" Target="../tags/tag753.xml"/><Relationship Id="rId6" Type="http://schemas.openxmlformats.org/officeDocument/2006/relationships/tags" Target="../tags/tag752.xml"/><Relationship Id="rId5" Type="http://schemas.openxmlformats.org/officeDocument/2006/relationships/tags" Target="../tags/tag751.xml"/><Relationship Id="rId4" Type="http://schemas.openxmlformats.org/officeDocument/2006/relationships/tags" Target="../tags/tag750.xml"/><Relationship Id="rId3" Type="http://schemas.openxmlformats.org/officeDocument/2006/relationships/tags" Target="../tags/tag749.xml"/><Relationship Id="rId22" Type="http://schemas.openxmlformats.org/officeDocument/2006/relationships/tags" Target="../tags/tag766.xml"/><Relationship Id="rId21" Type="http://schemas.openxmlformats.org/officeDocument/2006/relationships/tags" Target="../tags/tag765.xml"/><Relationship Id="rId20" Type="http://schemas.openxmlformats.org/officeDocument/2006/relationships/tags" Target="../tags/tag764.xml"/><Relationship Id="rId2" Type="http://schemas.openxmlformats.org/officeDocument/2006/relationships/tags" Target="../tags/tag748.xml"/><Relationship Id="rId19" Type="http://schemas.openxmlformats.org/officeDocument/2006/relationships/tags" Target="../tags/tag763.xml"/><Relationship Id="rId18" Type="http://schemas.openxmlformats.org/officeDocument/2006/relationships/tags" Target="../tags/tag762.xml"/><Relationship Id="rId17" Type="http://schemas.openxmlformats.org/officeDocument/2006/relationships/tags" Target="../tags/tag761.xml"/><Relationship Id="rId16" Type="http://schemas.openxmlformats.org/officeDocument/2006/relationships/tags" Target="../tags/tag760.xml"/><Relationship Id="rId15" Type="http://schemas.openxmlformats.org/officeDocument/2006/relationships/tags" Target="../tags/tag759.xml"/><Relationship Id="rId14" Type="http://schemas.openxmlformats.org/officeDocument/2006/relationships/tags" Target="../tags/tag758.xml"/><Relationship Id="rId13" Type="http://schemas.openxmlformats.org/officeDocument/2006/relationships/image" Target="../media/image11.svg"/><Relationship Id="rId12" Type="http://schemas.openxmlformats.org/officeDocument/2006/relationships/image" Target="../media/image1.png"/><Relationship Id="rId11" Type="http://schemas.openxmlformats.org/officeDocument/2006/relationships/tags" Target="../tags/tag757.xml"/><Relationship Id="rId10" Type="http://schemas.openxmlformats.org/officeDocument/2006/relationships/tags" Target="../tags/tag756.xml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7" Type="http://schemas.openxmlformats.org/officeDocument/2006/relationships/tags" Target="../tags/tag772.xml"/><Relationship Id="rId6" Type="http://schemas.openxmlformats.org/officeDocument/2006/relationships/tags" Target="../tags/tag771.xml"/><Relationship Id="rId5" Type="http://schemas.openxmlformats.org/officeDocument/2006/relationships/tags" Target="../tags/tag770.xml"/><Relationship Id="rId4" Type="http://schemas.openxmlformats.org/officeDocument/2006/relationships/tags" Target="../tags/tag769.xml"/><Relationship Id="rId3" Type="http://schemas.openxmlformats.org/officeDocument/2006/relationships/tags" Target="../tags/tag768.xml"/><Relationship Id="rId2" Type="http://schemas.openxmlformats.org/officeDocument/2006/relationships/tags" Target="../tags/tag767.xml"/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9" Type="http://schemas.openxmlformats.org/officeDocument/2006/relationships/tags" Target="../tags/tag780.xml"/><Relationship Id="rId8" Type="http://schemas.openxmlformats.org/officeDocument/2006/relationships/tags" Target="../tags/tag779.xml"/><Relationship Id="rId7" Type="http://schemas.openxmlformats.org/officeDocument/2006/relationships/tags" Target="../tags/tag778.xml"/><Relationship Id="rId6" Type="http://schemas.openxmlformats.org/officeDocument/2006/relationships/tags" Target="../tags/tag777.xml"/><Relationship Id="rId5" Type="http://schemas.openxmlformats.org/officeDocument/2006/relationships/tags" Target="../tags/tag776.xml"/><Relationship Id="rId4" Type="http://schemas.openxmlformats.org/officeDocument/2006/relationships/tags" Target="../tags/tag775.xml"/><Relationship Id="rId3" Type="http://schemas.openxmlformats.org/officeDocument/2006/relationships/tags" Target="../tags/tag774.xml"/><Relationship Id="rId2" Type="http://schemas.openxmlformats.org/officeDocument/2006/relationships/tags" Target="../tags/tag773.xml"/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5" Type="http://schemas.openxmlformats.org/officeDocument/2006/relationships/tags" Target="../tags/tag784.xml"/><Relationship Id="rId4" Type="http://schemas.openxmlformats.org/officeDocument/2006/relationships/tags" Target="../tags/tag783.xml"/><Relationship Id="rId3" Type="http://schemas.openxmlformats.org/officeDocument/2006/relationships/tags" Target="../tags/tag782.xml"/><Relationship Id="rId2" Type="http://schemas.openxmlformats.org/officeDocument/2006/relationships/tags" Target="../tags/tag781.xml"/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4" Type="http://schemas.openxmlformats.org/officeDocument/2006/relationships/tags" Target="../tags/tag787.xml"/><Relationship Id="rId3" Type="http://schemas.openxmlformats.org/officeDocument/2006/relationships/tags" Target="../tags/tag786.xml"/><Relationship Id="rId2" Type="http://schemas.openxmlformats.org/officeDocument/2006/relationships/tags" Target="../tags/tag785.xml"/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5" Type="http://schemas.openxmlformats.org/officeDocument/2006/relationships/tags" Target="../tags/tag791.xml"/><Relationship Id="rId4" Type="http://schemas.openxmlformats.org/officeDocument/2006/relationships/tags" Target="../tags/tag790.xml"/><Relationship Id="rId3" Type="http://schemas.openxmlformats.org/officeDocument/2006/relationships/tags" Target="../tags/tag789.xml"/><Relationship Id="rId2" Type="http://schemas.openxmlformats.org/officeDocument/2006/relationships/tags" Target="../tags/tag788.xml"/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6" Type="http://schemas.openxmlformats.org/officeDocument/2006/relationships/tags" Target="../tags/tag796.xml"/><Relationship Id="rId5" Type="http://schemas.openxmlformats.org/officeDocument/2006/relationships/tags" Target="../tags/tag795.xml"/><Relationship Id="rId4" Type="http://schemas.openxmlformats.org/officeDocument/2006/relationships/tags" Target="../tags/tag794.xml"/><Relationship Id="rId3" Type="http://schemas.openxmlformats.org/officeDocument/2006/relationships/tags" Target="../tags/tag793.xml"/><Relationship Id="rId2" Type="http://schemas.openxmlformats.org/officeDocument/2006/relationships/tags" Target="../tags/tag792.xml"/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9" Type="http://schemas.openxmlformats.org/officeDocument/2006/relationships/tags" Target="../tags/tag804.xml"/><Relationship Id="rId8" Type="http://schemas.openxmlformats.org/officeDocument/2006/relationships/tags" Target="../tags/tag803.xml"/><Relationship Id="rId7" Type="http://schemas.openxmlformats.org/officeDocument/2006/relationships/tags" Target="../tags/tag802.xml"/><Relationship Id="rId6" Type="http://schemas.openxmlformats.org/officeDocument/2006/relationships/tags" Target="../tags/tag801.xml"/><Relationship Id="rId5" Type="http://schemas.openxmlformats.org/officeDocument/2006/relationships/tags" Target="../tags/tag800.xml"/><Relationship Id="rId4" Type="http://schemas.openxmlformats.org/officeDocument/2006/relationships/tags" Target="../tags/tag799.xml"/><Relationship Id="rId3" Type="http://schemas.openxmlformats.org/officeDocument/2006/relationships/tags" Target="../tags/tag798.xml"/><Relationship Id="rId22" Type="http://schemas.openxmlformats.org/officeDocument/2006/relationships/tags" Target="../tags/tag815.xml"/><Relationship Id="rId21" Type="http://schemas.openxmlformats.org/officeDocument/2006/relationships/tags" Target="../tags/tag814.xml"/><Relationship Id="rId20" Type="http://schemas.openxmlformats.org/officeDocument/2006/relationships/tags" Target="../tags/tag813.xml"/><Relationship Id="rId2" Type="http://schemas.openxmlformats.org/officeDocument/2006/relationships/tags" Target="../tags/tag797.xml"/><Relationship Id="rId19" Type="http://schemas.openxmlformats.org/officeDocument/2006/relationships/tags" Target="../tags/tag812.xml"/><Relationship Id="rId18" Type="http://schemas.openxmlformats.org/officeDocument/2006/relationships/tags" Target="../tags/tag811.xml"/><Relationship Id="rId17" Type="http://schemas.openxmlformats.org/officeDocument/2006/relationships/tags" Target="../tags/tag810.xml"/><Relationship Id="rId16" Type="http://schemas.openxmlformats.org/officeDocument/2006/relationships/tags" Target="../tags/tag809.xml"/><Relationship Id="rId15" Type="http://schemas.openxmlformats.org/officeDocument/2006/relationships/tags" Target="../tags/tag808.xml"/><Relationship Id="rId14" Type="http://schemas.openxmlformats.org/officeDocument/2006/relationships/tags" Target="../tags/tag807.xml"/><Relationship Id="rId13" Type="http://schemas.openxmlformats.org/officeDocument/2006/relationships/tags" Target="../tags/tag806.xml"/><Relationship Id="rId12" Type="http://schemas.openxmlformats.org/officeDocument/2006/relationships/tags" Target="../tags/tag805.xml"/><Relationship Id="rId11" Type="http://schemas.openxmlformats.org/officeDocument/2006/relationships/image" Target="../media/image11.svg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7988"/>
          </a:xfrm>
          <a:prstGeom prst="rect">
            <a:avLst/>
          </a:prstGeom>
          <a:gradFill flip="none" rotWithShape="1">
            <a:gsLst>
              <a:gs pos="6422">
                <a:schemeClr val="accent1">
                  <a:alpha val="25000"/>
                </a:schemeClr>
              </a:gs>
              <a:gs pos="53000">
                <a:schemeClr val="accent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矩形: 单圆角 21"/>
          <p:cNvSpPr/>
          <p:nvPr userDrawn="1">
            <p:custDataLst>
              <p:tags r:id="rId3"/>
            </p:custDataLst>
          </p:nvPr>
        </p:nvSpPr>
        <p:spPr>
          <a:xfrm flipV="1">
            <a:off x="0" y="0"/>
            <a:ext cx="3327399" cy="6857993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pic>
        <p:nvPicPr>
          <p:cNvPr id="23" name="图形 6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0" y="4038603"/>
            <a:ext cx="1180357" cy="2819401"/>
          </a:xfrm>
          <a:prstGeom prst="rect">
            <a:avLst/>
          </a:prstGeom>
        </p:spPr>
      </p:pic>
      <p:sp>
        <p:nvSpPr>
          <p:cNvPr id="25" name="矩形: 圆角 24"/>
          <p:cNvSpPr/>
          <p:nvPr userDrawn="1">
            <p:custDataLst>
              <p:tags r:id="rId7"/>
            </p:custDataLst>
          </p:nvPr>
        </p:nvSpPr>
        <p:spPr>
          <a:xfrm>
            <a:off x="838201" y="1860552"/>
            <a:ext cx="10515600" cy="4356100"/>
          </a:xfrm>
          <a:prstGeom prst="roundRect">
            <a:avLst>
              <a:gd name="adj" fmla="val 3256"/>
            </a:avLst>
          </a:prstGeom>
          <a:solidFill>
            <a:schemeClr val="lt1"/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101600" dist="101600" dir="2700000" algn="tl" rotWithShape="0">
              <a:schemeClr val="accent1">
                <a:alpha val="1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cxnSp>
        <p:nvCxnSpPr>
          <p:cNvPr id="37" name="直接连接符 36"/>
          <p:cNvCxnSpPr/>
          <p:nvPr userDrawn="1">
            <p:custDataLst>
              <p:tags r:id="rId8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 userDrawn="1">
            <p:custDataLst>
              <p:tags r:id="rId9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 userDrawn="1">
            <p:custDataLst>
              <p:tags r:id="rId10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11"/>
            </p:custDataLst>
          </p:nvPr>
        </p:nvSpPr>
        <p:spPr>
          <a:xfrm>
            <a:off x="129540" y="565150"/>
            <a:ext cx="3198495" cy="1081405"/>
          </a:xfrm>
        </p:spPr>
        <p:txBody>
          <a:bodyPr wrap="square" anchor="b">
            <a:normAutofit/>
          </a:bodyPr>
          <a:lstStyle>
            <a:lvl1pPr>
              <a:defRPr sz="4800">
                <a:solidFill>
                  <a:schemeClr val="lt1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7" name="日期占位符 3"/>
          <p:cNvSpPr>
            <a:spLocks noGrp="1"/>
          </p:cNvSpPr>
          <p:nvPr userDrawn="1"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 userDrawn="1"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 userDrawn="1"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任意多边形: 形状 8"/>
          <p:cNvSpPr/>
          <p:nvPr userDrawn="1">
            <p:custDataLst>
              <p:tags r:id="rId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0" name="任意多边形: 形状 9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椭圆 10"/>
          <p:cNvSpPr/>
          <p:nvPr userDrawn="1">
            <p:custDataLst>
              <p:tags r:id="rId5"/>
            </p:custDataLst>
          </p:nvPr>
        </p:nvSpPr>
        <p:spPr>
          <a:xfrm>
            <a:off x="533277" y="3925701"/>
            <a:ext cx="1827999" cy="1827999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3272059" y="1267996"/>
            <a:ext cx="2494306" cy="249430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3" name="矩形: 圆顶角 12"/>
          <p:cNvSpPr/>
          <p:nvPr userDrawn="1">
            <p:custDataLst>
              <p:tags r:id="rId7"/>
            </p:custDataLst>
          </p:nvPr>
        </p:nvSpPr>
        <p:spPr>
          <a:xfrm>
            <a:off x="1297907" y="941537"/>
            <a:ext cx="3289211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4" name="矩形: 圆顶角 13"/>
          <p:cNvSpPr/>
          <p:nvPr userDrawn="1">
            <p:custDataLst>
              <p:tags r:id="rId8"/>
            </p:custDataLst>
          </p:nvPr>
        </p:nvSpPr>
        <p:spPr>
          <a:xfrm>
            <a:off x="1549857" y="941537"/>
            <a:ext cx="3289211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图形 9"/>
          <p:cNvSpPr/>
          <p:nvPr userDrawn="1">
            <p:custDataLst>
              <p:tags r:id="rId9"/>
            </p:custDataLst>
          </p:nvPr>
        </p:nvSpPr>
        <p:spPr>
          <a:xfrm>
            <a:off x="3096775" y="1724416"/>
            <a:ext cx="261766" cy="26176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6" name="图形 9"/>
          <p:cNvSpPr/>
          <p:nvPr userDrawn="1">
            <p:custDataLst>
              <p:tags r:id="rId10"/>
            </p:custDataLst>
          </p:nvPr>
        </p:nvSpPr>
        <p:spPr>
          <a:xfrm>
            <a:off x="3384154" y="1866175"/>
            <a:ext cx="643586" cy="64358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17" name="图形 63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46847"/>
          <a:stretch>
            <a:fillRect/>
          </a:stretch>
        </p:blipFill>
        <p:spPr>
          <a:xfrm flipH="1">
            <a:off x="1499789" y="2619139"/>
            <a:ext cx="3737211" cy="3105193"/>
          </a:xfrm>
          <a:custGeom>
            <a:avLst/>
            <a:gdLst>
              <a:gd name="connsiteX0" fmla="*/ 0 w 4623746"/>
              <a:gd name="connsiteY0" fmla="*/ 0 h 3841801"/>
              <a:gd name="connsiteX1" fmla="*/ 4568731 w 4623746"/>
              <a:gd name="connsiteY1" fmla="*/ 0 h 3841801"/>
              <a:gd name="connsiteX2" fmla="*/ 4574584 w 4623746"/>
              <a:gd name="connsiteY2" fmla="*/ 22764 h 3841801"/>
              <a:gd name="connsiteX3" fmla="*/ 4623746 w 4623746"/>
              <a:gd name="connsiteY3" fmla="*/ 510447 h 3841801"/>
              <a:gd name="connsiteX4" fmla="*/ 4623746 w 4623746"/>
              <a:gd name="connsiteY4" fmla="*/ 3841801 h 3841801"/>
              <a:gd name="connsiteX5" fmla="*/ 0 w 4623746"/>
              <a:gd name="connsiteY5" fmla="*/ 3841801 h 3841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3746" h="3841801">
                <a:moveTo>
                  <a:pt x="0" y="0"/>
                </a:moveTo>
                <a:lnTo>
                  <a:pt x="4568731" y="0"/>
                </a:lnTo>
                <a:lnTo>
                  <a:pt x="4574584" y="22764"/>
                </a:lnTo>
                <a:cubicBezTo>
                  <a:pt x="4606819" y="180290"/>
                  <a:pt x="4623746" y="343391"/>
                  <a:pt x="4623746" y="510447"/>
                </a:cubicBezTo>
                <a:lnTo>
                  <a:pt x="4623746" y="3841801"/>
                </a:lnTo>
                <a:lnTo>
                  <a:pt x="0" y="3841801"/>
                </a:lnTo>
                <a:close/>
              </a:path>
            </a:pathLst>
          </a:custGeom>
        </p:spPr>
      </p:pic>
      <p:sp>
        <p:nvSpPr>
          <p:cNvPr id="18" name="任意多边形: 形状 17"/>
          <p:cNvSpPr/>
          <p:nvPr userDrawn="1">
            <p:custDataLst>
              <p:tags r:id="rId14"/>
            </p:custDataLst>
          </p:nvPr>
        </p:nvSpPr>
        <p:spPr>
          <a:xfrm rot="16200000">
            <a:off x="10798198" y="5708698"/>
            <a:ext cx="108000" cy="495204"/>
          </a:xfrm>
          <a:custGeom>
            <a:avLst/>
            <a:gdLst>
              <a:gd name="connsiteX0" fmla="*/ 54000 w 108000"/>
              <a:gd name="connsiteY0" fmla="*/ 387204 h 495204"/>
              <a:gd name="connsiteX1" fmla="*/ 108000 w 108000"/>
              <a:gd name="connsiteY1" fmla="*/ 441204 h 495204"/>
              <a:gd name="connsiteX2" fmla="*/ 54000 w 108000"/>
              <a:gd name="connsiteY2" fmla="*/ 495204 h 495204"/>
              <a:gd name="connsiteX3" fmla="*/ 0 w 108000"/>
              <a:gd name="connsiteY3" fmla="*/ 441204 h 495204"/>
              <a:gd name="connsiteX4" fmla="*/ 54000 w 108000"/>
              <a:gd name="connsiteY4" fmla="*/ 387204 h 495204"/>
              <a:gd name="connsiteX5" fmla="*/ 54000 w 108000"/>
              <a:gd name="connsiteY5" fmla="*/ 193602 h 495204"/>
              <a:gd name="connsiteX6" fmla="*/ 108000 w 108000"/>
              <a:gd name="connsiteY6" fmla="*/ 247602 h 495204"/>
              <a:gd name="connsiteX7" fmla="*/ 54000 w 108000"/>
              <a:gd name="connsiteY7" fmla="*/ 301602 h 495204"/>
              <a:gd name="connsiteX8" fmla="*/ 0 w 108000"/>
              <a:gd name="connsiteY8" fmla="*/ 247602 h 495204"/>
              <a:gd name="connsiteX9" fmla="*/ 54000 w 108000"/>
              <a:gd name="connsiteY9" fmla="*/ 193602 h 495204"/>
              <a:gd name="connsiteX10" fmla="*/ 54000 w 108000"/>
              <a:gd name="connsiteY10" fmla="*/ 0 h 495204"/>
              <a:gd name="connsiteX11" fmla="*/ 108000 w 108000"/>
              <a:gd name="connsiteY11" fmla="*/ 54000 h 495204"/>
              <a:gd name="connsiteX12" fmla="*/ 54000 w 108000"/>
              <a:gd name="connsiteY12" fmla="*/ 108000 h 495204"/>
              <a:gd name="connsiteX13" fmla="*/ 0 w 108000"/>
              <a:gd name="connsiteY13" fmla="*/ 54000 h 495204"/>
              <a:gd name="connsiteX14" fmla="*/ 54000 w 108000"/>
              <a:gd name="connsiteY14" fmla="*/ 0 h 495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000" h="495204">
                <a:moveTo>
                  <a:pt x="54000" y="387204"/>
                </a:moveTo>
                <a:cubicBezTo>
                  <a:pt x="83823" y="387204"/>
                  <a:pt x="108000" y="411381"/>
                  <a:pt x="108000" y="441204"/>
                </a:cubicBezTo>
                <a:cubicBezTo>
                  <a:pt x="108000" y="471027"/>
                  <a:pt x="83823" y="495204"/>
                  <a:pt x="54000" y="495204"/>
                </a:cubicBezTo>
                <a:cubicBezTo>
                  <a:pt x="24177" y="495204"/>
                  <a:pt x="0" y="471027"/>
                  <a:pt x="0" y="441204"/>
                </a:cubicBezTo>
                <a:cubicBezTo>
                  <a:pt x="0" y="411381"/>
                  <a:pt x="24177" y="387204"/>
                  <a:pt x="54000" y="387204"/>
                </a:cubicBezTo>
                <a:close/>
                <a:moveTo>
                  <a:pt x="54000" y="193602"/>
                </a:moveTo>
                <a:cubicBezTo>
                  <a:pt x="83823" y="193602"/>
                  <a:pt x="108000" y="217779"/>
                  <a:pt x="108000" y="247602"/>
                </a:cubicBezTo>
                <a:cubicBezTo>
                  <a:pt x="108000" y="277425"/>
                  <a:pt x="83823" y="301602"/>
                  <a:pt x="54000" y="301602"/>
                </a:cubicBezTo>
                <a:cubicBezTo>
                  <a:pt x="24177" y="301602"/>
                  <a:pt x="0" y="277425"/>
                  <a:pt x="0" y="247602"/>
                </a:cubicBezTo>
                <a:cubicBezTo>
                  <a:pt x="0" y="217779"/>
                  <a:pt x="24177" y="193602"/>
                  <a:pt x="54000" y="193602"/>
                </a:cubicBezTo>
                <a:close/>
                <a:moveTo>
                  <a:pt x="54000" y="0"/>
                </a:moveTo>
                <a:cubicBezTo>
                  <a:pt x="83823" y="0"/>
                  <a:pt x="108000" y="24177"/>
                  <a:pt x="108000" y="54000"/>
                </a:cubicBezTo>
                <a:cubicBezTo>
                  <a:pt x="108000" y="83823"/>
                  <a:pt x="83823" y="108000"/>
                  <a:pt x="54000" y="108000"/>
                </a:cubicBezTo>
                <a:cubicBezTo>
                  <a:pt x="24177" y="108000"/>
                  <a:pt x="0" y="83823"/>
                  <a:pt x="0" y="54000"/>
                </a:cubicBezTo>
                <a:cubicBezTo>
                  <a:pt x="0" y="24177"/>
                  <a:pt x="24177" y="0"/>
                  <a:pt x="54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弧形 19"/>
          <p:cNvSpPr/>
          <p:nvPr userDrawn="1">
            <p:custDataLst>
              <p:tags r:id="rId15"/>
            </p:custDataLst>
          </p:nvPr>
        </p:nvSpPr>
        <p:spPr>
          <a:xfrm rot="3870695">
            <a:off x="2441344" y="1174224"/>
            <a:ext cx="1676873" cy="5677950"/>
          </a:xfrm>
          <a:prstGeom prst="arc">
            <a:avLst>
              <a:gd name="adj1" fmla="val 3567365"/>
              <a:gd name="adj2" fmla="val 6578231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1" name="弧形 20"/>
          <p:cNvSpPr/>
          <p:nvPr userDrawn="1">
            <p:custDataLst>
              <p:tags r:id="rId16"/>
            </p:custDataLst>
          </p:nvPr>
        </p:nvSpPr>
        <p:spPr>
          <a:xfrm rot="3870695">
            <a:off x="2236507" y="1174225"/>
            <a:ext cx="1676873" cy="5677950"/>
          </a:xfrm>
          <a:prstGeom prst="arc">
            <a:avLst>
              <a:gd name="adj1" fmla="val 15455795"/>
              <a:gd name="adj2" fmla="val 16780178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5236845" y="2974340"/>
            <a:ext cx="5852795" cy="2527935"/>
          </a:xfrm>
        </p:spPr>
        <p:txBody>
          <a:bodyPr wrap="square" anchor="t" anchorCtr="0">
            <a:normAutofit/>
          </a:bodyPr>
          <a:lstStyle>
            <a:lvl1pPr algn="r">
              <a:defRPr sz="52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6110506" y="1631269"/>
            <a:ext cx="4978994" cy="1224000"/>
          </a:xfrm>
        </p:spPr>
        <p:txBody>
          <a:bodyPr wrap="none" anchor="ctr">
            <a:normAutofit/>
          </a:bodyPr>
          <a:lstStyle>
            <a:lvl1pPr marL="0" indent="0" algn="r">
              <a:buNone/>
              <a:defRPr sz="6000" b="1">
                <a:gradFill flip="none" rotWithShape="1">
                  <a:gsLst>
                    <a:gs pos="0">
                      <a:schemeClr val="accent2"/>
                    </a:gs>
                    <a:gs pos="43000">
                      <a:schemeClr val="accent1"/>
                    </a:gs>
                  </a:gsLst>
                  <a:lin ang="2700000" scaled="1"/>
                  <a:tileRect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cxnSp>
        <p:nvCxnSpPr>
          <p:cNvPr id="3" name="直接连接符 2"/>
          <p:cNvCxnSpPr/>
          <p:nvPr userDrawn="1">
            <p:custDataLst>
              <p:tags r:id="rId22"/>
            </p:custDataLst>
          </p:nvPr>
        </p:nvCxnSpPr>
        <p:spPr>
          <a:xfrm>
            <a:off x="1192291" y="5956300"/>
            <a:ext cx="9271478" cy="0"/>
          </a:xfrm>
          <a:prstGeom prst="line">
            <a:avLst/>
          </a:prstGeom>
          <a:solidFill>
            <a:srgbClr val="98E3BC"/>
          </a:solidFill>
          <a:ln w="12700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800715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799445" cy="864235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9" name="任意多边形: 形状 8"/>
          <p:cNvSpPr/>
          <p:nvPr userDrawn="1">
            <p:custDataLst>
              <p:tags r:id="rId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任意多边形: 形状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5"/>
            </p:custDataLst>
          </p:nvPr>
        </p:nvSpPr>
        <p:spPr>
          <a:xfrm flipH="1" flipV="1">
            <a:off x="9258300" y="3925570"/>
            <a:ext cx="2934335" cy="293243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矩形: 单圆角 11"/>
          <p:cNvSpPr/>
          <p:nvPr userDrawn="1">
            <p:custDataLst>
              <p:tags r:id="rId6"/>
            </p:custDataLst>
          </p:nvPr>
        </p:nvSpPr>
        <p:spPr>
          <a:xfrm>
            <a:off x="732489" y="970310"/>
            <a:ext cx="10620714" cy="5001610"/>
          </a:xfrm>
          <a:prstGeom prst="round1Rect">
            <a:avLst>
              <a:gd name="adj" fmla="val 37950"/>
            </a:avLst>
          </a:prstGeom>
          <a:gradFill flip="none" rotWithShape="1">
            <a:gsLst>
              <a:gs pos="16000">
                <a:schemeClr val="accent1">
                  <a:lumMod val="20000"/>
                  <a:lumOff val="80000"/>
                </a:schemeClr>
              </a:gs>
              <a:gs pos="81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椭圆 12"/>
          <p:cNvSpPr/>
          <p:nvPr userDrawn="1">
            <p:custDataLst>
              <p:tags r:id="rId7"/>
            </p:custDataLst>
          </p:nvPr>
        </p:nvSpPr>
        <p:spPr>
          <a:xfrm>
            <a:off x="6678970" y="966964"/>
            <a:ext cx="4484992" cy="4328652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75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5" name="矩形: 单圆角 14"/>
          <p:cNvSpPr/>
          <p:nvPr userDrawn="1">
            <p:custDataLst>
              <p:tags r:id="rId8"/>
            </p:custDataLst>
          </p:nvPr>
        </p:nvSpPr>
        <p:spPr>
          <a:xfrm flipH="1">
            <a:off x="835910" y="5231764"/>
            <a:ext cx="10517890" cy="869353"/>
          </a:xfrm>
          <a:prstGeom prst="round1Rect">
            <a:avLst>
              <a:gd name="adj" fmla="val 29548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sz="1600" b="1"/>
          </a:p>
        </p:txBody>
      </p:sp>
      <p:pic>
        <p:nvPicPr>
          <p:cNvPr id="16" name="图形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b="26654"/>
          <a:stretch>
            <a:fillRect/>
          </a:stretch>
        </p:blipFill>
        <p:spPr>
          <a:xfrm>
            <a:off x="7177041" y="1773850"/>
            <a:ext cx="3774196" cy="4327268"/>
          </a:xfrm>
          <a:prstGeom prst="rect">
            <a:avLst/>
          </a:prstGeom>
        </p:spPr>
      </p:pic>
      <p:cxnSp>
        <p:nvCxnSpPr>
          <p:cNvPr id="17" name="直接连接符 16"/>
          <p:cNvCxnSpPr/>
          <p:nvPr userDrawn="1">
            <p:custDataLst>
              <p:tags r:id="rId12"/>
            </p:custDataLst>
          </p:nvPr>
        </p:nvCxnSpPr>
        <p:spPr>
          <a:xfrm>
            <a:off x="3479538" y="5666440"/>
            <a:ext cx="5234214" cy="0"/>
          </a:xfrm>
          <a:prstGeom prst="line">
            <a:avLst/>
          </a:prstGeom>
          <a:solidFill>
            <a:srgbClr val="98E3BC"/>
          </a:solidFill>
          <a:ln w="15875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3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4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>
            <p:custDataLst>
              <p:tags r:id="rId15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838200" y="1265786"/>
            <a:ext cx="5959253" cy="2304304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8387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21"/>
            </p:custDataLst>
          </p:nvPr>
        </p:nvSpPr>
        <p:spPr>
          <a:xfrm>
            <a:off x="1091987" y="5414440"/>
            <a:ext cx="28800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0" name="联系方式占位符 9"/>
          <p:cNvSpPr>
            <a:spLocks noGrp="1"/>
          </p:cNvSpPr>
          <p:nvPr>
            <p:ph type="body" sz="quarter" idx="16" hasCustomPrompt="1"/>
            <p:custDataLst>
              <p:tags r:id="rId22"/>
            </p:custDataLst>
          </p:nvPr>
        </p:nvSpPr>
        <p:spPr>
          <a:xfrm>
            <a:off x="8220013" y="5414440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7988"/>
          </a:xfrm>
          <a:prstGeom prst="rect">
            <a:avLst/>
          </a:prstGeom>
          <a:gradFill flip="none" rotWithShape="1">
            <a:gsLst>
              <a:gs pos="6422">
                <a:schemeClr val="accent1">
                  <a:alpha val="25000"/>
                </a:schemeClr>
              </a:gs>
              <a:gs pos="53000">
                <a:schemeClr val="accent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矩形: 单圆角 21"/>
          <p:cNvSpPr/>
          <p:nvPr userDrawn="1">
            <p:custDataLst>
              <p:tags r:id="rId3"/>
            </p:custDataLst>
          </p:nvPr>
        </p:nvSpPr>
        <p:spPr>
          <a:xfrm flipV="1">
            <a:off x="0" y="0"/>
            <a:ext cx="3327399" cy="6857993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pic>
        <p:nvPicPr>
          <p:cNvPr id="23" name="图形 6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0" y="4038603"/>
            <a:ext cx="1180357" cy="2819401"/>
          </a:xfrm>
          <a:prstGeom prst="rect">
            <a:avLst/>
          </a:prstGeom>
        </p:spPr>
      </p:pic>
      <p:sp>
        <p:nvSpPr>
          <p:cNvPr id="25" name="矩形: 圆角 24"/>
          <p:cNvSpPr/>
          <p:nvPr userDrawn="1">
            <p:custDataLst>
              <p:tags r:id="rId7"/>
            </p:custDataLst>
          </p:nvPr>
        </p:nvSpPr>
        <p:spPr>
          <a:xfrm>
            <a:off x="838201" y="1860552"/>
            <a:ext cx="10515600" cy="4356100"/>
          </a:xfrm>
          <a:prstGeom prst="roundRect">
            <a:avLst>
              <a:gd name="adj" fmla="val 3256"/>
            </a:avLst>
          </a:prstGeom>
          <a:solidFill>
            <a:schemeClr val="lt1"/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101600" dist="101600" dir="2700000" algn="tl" rotWithShape="0">
              <a:schemeClr val="accent1">
                <a:alpha val="1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cxnSp>
        <p:nvCxnSpPr>
          <p:cNvPr id="37" name="直接连接符 36"/>
          <p:cNvCxnSpPr/>
          <p:nvPr userDrawn="1">
            <p:custDataLst>
              <p:tags r:id="rId8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 userDrawn="1">
            <p:custDataLst>
              <p:tags r:id="rId9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 userDrawn="1">
            <p:custDataLst>
              <p:tags r:id="rId10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11"/>
            </p:custDataLst>
          </p:nvPr>
        </p:nvSpPr>
        <p:spPr>
          <a:xfrm>
            <a:off x="129540" y="565150"/>
            <a:ext cx="3198495" cy="1081405"/>
          </a:xfrm>
        </p:spPr>
        <p:txBody>
          <a:bodyPr wrap="square" anchor="b">
            <a:normAutofit/>
          </a:bodyPr>
          <a:lstStyle>
            <a:lvl1pPr>
              <a:defRPr sz="4800">
                <a:solidFill>
                  <a:schemeClr val="lt1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7" name="日期占位符 3"/>
          <p:cNvSpPr>
            <a:spLocks noGrp="1"/>
          </p:cNvSpPr>
          <p:nvPr userDrawn="1"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 userDrawn="1"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 userDrawn="1"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任意多边形: 形状 8"/>
          <p:cNvSpPr/>
          <p:nvPr userDrawn="1">
            <p:custDataLst>
              <p:tags r:id="rId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0" name="任意多边形: 形状 9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椭圆 10"/>
          <p:cNvSpPr/>
          <p:nvPr userDrawn="1">
            <p:custDataLst>
              <p:tags r:id="rId5"/>
            </p:custDataLst>
          </p:nvPr>
        </p:nvSpPr>
        <p:spPr>
          <a:xfrm>
            <a:off x="533277" y="3925701"/>
            <a:ext cx="1827999" cy="1827999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3272059" y="1267996"/>
            <a:ext cx="2494306" cy="249430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3" name="矩形: 圆顶角 12"/>
          <p:cNvSpPr/>
          <p:nvPr userDrawn="1">
            <p:custDataLst>
              <p:tags r:id="rId7"/>
            </p:custDataLst>
          </p:nvPr>
        </p:nvSpPr>
        <p:spPr>
          <a:xfrm>
            <a:off x="1297907" y="941537"/>
            <a:ext cx="3289211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4" name="矩形: 圆顶角 13"/>
          <p:cNvSpPr/>
          <p:nvPr userDrawn="1">
            <p:custDataLst>
              <p:tags r:id="rId8"/>
            </p:custDataLst>
          </p:nvPr>
        </p:nvSpPr>
        <p:spPr>
          <a:xfrm>
            <a:off x="1549857" y="941537"/>
            <a:ext cx="3289211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图形 9"/>
          <p:cNvSpPr/>
          <p:nvPr userDrawn="1">
            <p:custDataLst>
              <p:tags r:id="rId9"/>
            </p:custDataLst>
          </p:nvPr>
        </p:nvSpPr>
        <p:spPr>
          <a:xfrm>
            <a:off x="3096775" y="1724416"/>
            <a:ext cx="261766" cy="26176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6" name="图形 9"/>
          <p:cNvSpPr/>
          <p:nvPr userDrawn="1">
            <p:custDataLst>
              <p:tags r:id="rId10"/>
            </p:custDataLst>
          </p:nvPr>
        </p:nvSpPr>
        <p:spPr>
          <a:xfrm>
            <a:off x="3384154" y="1866175"/>
            <a:ext cx="643586" cy="64358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17" name="图形 63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46847"/>
          <a:stretch>
            <a:fillRect/>
          </a:stretch>
        </p:blipFill>
        <p:spPr>
          <a:xfrm flipH="1">
            <a:off x="1499789" y="2619139"/>
            <a:ext cx="3737211" cy="3105193"/>
          </a:xfrm>
          <a:custGeom>
            <a:avLst/>
            <a:gdLst>
              <a:gd name="connsiteX0" fmla="*/ 0 w 4623746"/>
              <a:gd name="connsiteY0" fmla="*/ 0 h 3841801"/>
              <a:gd name="connsiteX1" fmla="*/ 4568731 w 4623746"/>
              <a:gd name="connsiteY1" fmla="*/ 0 h 3841801"/>
              <a:gd name="connsiteX2" fmla="*/ 4574584 w 4623746"/>
              <a:gd name="connsiteY2" fmla="*/ 22764 h 3841801"/>
              <a:gd name="connsiteX3" fmla="*/ 4623746 w 4623746"/>
              <a:gd name="connsiteY3" fmla="*/ 510447 h 3841801"/>
              <a:gd name="connsiteX4" fmla="*/ 4623746 w 4623746"/>
              <a:gd name="connsiteY4" fmla="*/ 3841801 h 3841801"/>
              <a:gd name="connsiteX5" fmla="*/ 0 w 4623746"/>
              <a:gd name="connsiteY5" fmla="*/ 3841801 h 3841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3746" h="3841801">
                <a:moveTo>
                  <a:pt x="0" y="0"/>
                </a:moveTo>
                <a:lnTo>
                  <a:pt x="4568731" y="0"/>
                </a:lnTo>
                <a:lnTo>
                  <a:pt x="4574584" y="22764"/>
                </a:lnTo>
                <a:cubicBezTo>
                  <a:pt x="4606819" y="180290"/>
                  <a:pt x="4623746" y="343391"/>
                  <a:pt x="4623746" y="510447"/>
                </a:cubicBezTo>
                <a:lnTo>
                  <a:pt x="4623746" y="3841801"/>
                </a:lnTo>
                <a:lnTo>
                  <a:pt x="0" y="3841801"/>
                </a:lnTo>
                <a:close/>
              </a:path>
            </a:pathLst>
          </a:custGeom>
        </p:spPr>
      </p:pic>
      <p:sp>
        <p:nvSpPr>
          <p:cNvPr id="18" name="任意多边形: 形状 17"/>
          <p:cNvSpPr/>
          <p:nvPr userDrawn="1">
            <p:custDataLst>
              <p:tags r:id="rId14"/>
            </p:custDataLst>
          </p:nvPr>
        </p:nvSpPr>
        <p:spPr>
          <a:xfrm rot="16200000">
            <a:off x="10798198" y="5708698"/>
            <a:ext cx="108000" cy="495204"/>
          </a:xfrm>
          <a:custGeom>
            <a:avLst/>
            <a:gdLst>
              <a:gd name="connsiteX0" fmla="*/ 54000 w 108000"/>
              <a:gd name="connsiteY0" fmla="*/ 387204 h 495204"/>
              <a:gd name="connsiteX1" fmla="*/ 108000 w 108000"/>
              <a:gd name="connsiteY1" fmla="*/ 441204 h 495204"/>
              <a:gd name="connsiteX2" fmla="*/ 54000 w 108000"/>
              <a:gd name="connsiteY2" fmla="*/ 495204 h 495204"/>
              <a:gd name="connsiteX3" fmla="*/ 0 w 108000"/>
              <a:gd name="connsiteY3" fmla="*/ 441204 h 495204"/>
              <a:gd name="connsiteX4" fmla="*/ 54000 w 108000"/>
              <a:gd name="connsiteY4" fmla="*/ 387204 h 495204"/>
              <a:gd name="connsiteX5" fmla="*/ 54000 w 108000"/>
              <a:gd name="connsiteY5" fmla="*/ 193602 h 495204"/>
              <a:gd name="connsiteX6" fmla="*/ 108000 w 108000"/>
              <a:gd name="connsiteY6" fmla="*/ 247602 h 495204"/>
              <a:gd name="connsiteX7" fmla="*/ 54000 w 108000"/>
              <a:gd name="connsiteY7" fmla="*/ 301602 h 495204"/>
              <a:gd name="connsiteX8" fmla="*/ 0 w 108000"/>
              <a:gd name="connsiteY8" fmla="*/ 247602 h 495204"/>
              <a:gd name="connsiteX9" fmla="*/ 54000 w 108000"/>
              <a:gd name="connsiteY9" fmla="*/ 193602 h 495204"/>
              <a:gd name="connsiteX10" fmla="*/ 54000 w 108000"/>
              <a:gd name="connsiteY10" fmla="*/ 0 h 495204"/>
              <a:gd name="connsiteX11" fmla="*/ 108000 w 108000"/>
              <a:gd name="connsiteY11" fmla="*/ 54000 h 495204"/>
              <a:gd name="connsiteX12" fmla="*/ 54000 w 108000"/>
              <a:gd name="connsiteY12" fmla="*/ 108000 h 495204"/>
              <a:gd name="connsiteX13" fmla="*/ 0 w 108000"/>
              <a:gd name="connsiteY13" fmla="*/ 54000 h 495204"/>
              <a:gd name="connsiteX14" fmla="*/ 54000 w 108000"/>
              <a:gd name="connsiteY14" fmla="*/ 0 h 495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000" h="495204">
                <a:moveTo>
                  <a:pt x="54000" y="387204"/>
                </a:moveTo>
                <a:cubicBezTo>
                  <a:pt x="83823" y="387204"/>
                  <a:pt x="108000" y="411381"/>
                  <a:pt x="108000" y="441204"/>
                </a:cubicBezTo>
                <a:cubicBezTo>
                  <a:pt x="108000" y="471027"/>
                  <a:pt x="83823" y="495204"/>
                  <a:pt x="54000" y="495204"/>
                </a:cubicBezTo>
                <a:cubicBezTo>
                  <a:pt x="24177" y="495204"/>
                  <a:pt x="0" y="471027"/>
                  <a:pt x="0" y="441204"/>
                </a:cubicBezTo>
                <a:cubicBezTo>
                  <a:pt x="0" y="411381"/>
                  <a:pt x="24177" y="387204"/>
                  <a:pt x="54000" y="387204"/>
                </a:cubicBezTo>
                <a:close/>
                <a:moveTo>
                  <a:pt x="54000" y="193602"/>
                </a:moveTo>
                <a:cubicBezTo>
                  <a:pt x="83823" y="193602"/>
                  <a:pt x="108000" y="217779"/>
                  <a:pt x="108000" y="247602"/>
                </a:cubicBezTo>
                <a:cubicBezTo>
                  <a:pt x="108000" y="277425"/>
                  <a:pt x="83823" y="301602"/>
                  <a:pt x="54000" y="301602"/>
                </a:cubicBezTo>
                <a:cubicBezTo>
                  <a:pt x="24177" y="301602"/>
                  <a:pt x="0" y="277425"/>
                  <a:pt x="0" y="247602"/>
                </a:cubicBezTo>
                <a:cubicBezTo>
                  <a:pt x="0" y="217779"/>
                  <a:pt x="24177" y="193602"/>
                  <a:pt x="54000" y="193602"/>
                </a:cubicBezTo>
                <a:close/>
                <a:moveTo>
                  <a:pt x="54000" y="0"/>
                </a:moveTo>
                <a:cubicBezTo>
                  <a:pt x="83823" y="0"/>
                  <a:pt x="108000" y="24177"/>
                  <a:pt x="108000" y="54000"/>
                </a:cubicBezTo>
                <a:cubicBezTo>
                  <a:pt x="108000" y="83823"/>
                  <a:pt x="83823" y="108000"/>
                  <a:pt x="54000" y="108000"/>
                </a:cubicBezTo>
                <a:cubicBezTo>
                  <a:pt x="24177" y="108000"/>
                  <a:pt x="0" y="83823"/>
                  <a:pt x="0" y="54000"/>
                </a:cubicBezTo>
                <a:cubicBezTo>
                  <a:pt x="0" y="24177"/>
                  <a:pt x="24177" y="0"/>
                  <a:pt x="54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弧形 19"/>
          <p:cNvSpPr/>
          <p:nvPr userDrawn="1">
            <p:custDataLst>
              <p:tags r:id="rId15"/>
            </p:custDataLst>
          </p:nvPr>
        </p:nvSpPr>
        <p:spPr>
          <a:xfrm rot="3870695">
            <a:off x="2441344" y="1174224"/>
            <a:ext cx="1676873" cy="5677950"/>
          </a:xfrm>
          <a:prstGeom prst="arc">
            <a:avLst>
              <a:gd name="adj1" fmla="val 3567365"/>
              <a:gd name="adj2" fmla="val 6578231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1" name="弧形 20"/>
          <p:cNvSpPr/>
          <p:nvPr userDrawn="1">
            <p:custDataLst>
              <p:tags r:id="rId16"/>
            </p:custDataLst>
          </p:nvPr>
        </p:nvSpPr>
        <p:spPr>
          <a:xfrm rot="3870695">
            <a:off x="2236507" y="1174225"/>
            <a:ext cx="1676873" cy="5677950"/>
          </a:xfrm>
          <a:prstGeom prst="arc">
            <a:avLst>
              <a:gd name="adj1" fmla="val 15455795"/>
              <a:gd name="adj2" fmla="val 16780178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5236845" y="2974340"/>
            <a:ext cx="5852795" cy="2527935"/>
          </a:xfrm>
        </p:spPr>
        <p:txBody>
          <a:bodyPr wrap="square" anchor="t" anchorCtr="0">
            <a:normAutofit/>
          </a:bodyPr>
          <a:lstStyle>
            <a:lvl1pPr algn="r">
              <a:defRPr sz="52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6110506" y="1631269"/>
            <a:ext cx="4978994" cy="1224000"/>
          </a:xfrm>
        </p:spPr>
        <p:txBody>
          <a:bodyPr wrap="none" anchor="ctr">
            <a:normAutofit/>
          </a:bodyPr>
          <a:lstStyle>
            <a:lvl1pPr marL="0" indent="0" algn="r">
              <a:buNone/>
              <a:defRPr sz="6000" b="1">
                <a:gradFill flip="none" rotWithShape="1">
                  <a:gsLst>
                    <a:gs pos="0">
                      <a:schemeClr val="accent2"/>
                    </a:gs>
                    <a:gs pos="43000">
                      <a:schemeClr val="accent1"/>
                    </a:gs>
                  </a:gsLst>
                  <a:lin ang="2700000" scaled="1"/>
                  <a:tileRect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cxnSp>
        <p:nvCxnSpPr>
          <p:cNvPr id="3" name="直接连接符 2"/>
          <p:cNvCxnSpPr/>
          <p:nvPr userDrawn="1">
            <p:custDataLst>
              <p:tags r:id="rId22"/>
            </p:custDataLst>
          </p:nvPr>
        </p:nvCxnSpPr>
        <p:spPr>
          <a:xfrm>
            <a:off x="1192291" y="5956300"/>
            <a:ext cx="9271478" cy="0"/>
          </a:xfrm>
          <a:prstGeom prst="line">
            <a:avLst/>
          </a:prstGeom>
          <a:solidFill>
            <a:srgbClr val="98E3BC"/>
          </a:solidFill>
          <a:ln w="12700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800715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799445" cy="864235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9" name="任意多边形: 形状 8"/>
          <p:cNvSpPr/>
          <p:nvPr userDrawn="1">
            <p:custDataLst>
              <p:tags r:id="rId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任意多边形: 形状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5"/>
            </p:custDataLst>
          </p:nvPr>
        </p:nvSpPr>
        <p:spPr>
          <a:xfrm flipH="1" flipV="1">
            <a:off x="9258300" y="3925570"/>
            <a:ext cx="2934335" cy="293243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矩形: 单圆角 11"/>
          <p:cNvSpPr/>
          <p:nvPr userDrawn="1">
            <p:custDataLst>
              <p:tags r:id="rId6"/>
            </p:custDataLst>
          </p:nvPr>
        </p:nvSpPr>
        <p:spPr>
          <a:xfrm>
            <a:off x="732489" y="970310"/>
            <a:ext cx="10620714" cy="5001610"/>
          </a:xfrm>
          <a:prstGeom prst="round1Rect">
            <a:avLst>
              <a:gd name="adj" fmla="val 37950"/>
            </a:avLst>
          </a:prstGeom>
          <a:gradFill flip="none" rotWithShape="1">
            <a:gsLst>
              <a:gs pos="16000">
                <a:schemeClr val="accent1">
                  <a:lumMod val="20000"/>
                  <a:lumOff val="80000"/>
                </a:schemeClr>
              </a:gs>
              <a:gs pos="81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椭圆 12"/>
          <p:cNvSpPr/>
          <p:nvPr userDrawn="1">
            <p:custDataLst>
              <p:tags r:id="rId7"/>
            </p:custDataLst>
          </p:nvPr>
        </p:nvSpPr>
        <p:spPr>
          <a:xfrm>
            <a:off x="6678970" y="966964"/>
            <a:ext cx="4484992" cy="4328652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75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5" name="矩形: 单圆角 14"/>
          <p:cNvSpPr/>
          <p:nvPr userDrawn="1">
            <p:custDataLst>
              <p:tags r:id="rId8"/>
            </p:custDataLst>
          </p:nvPr>
        </p:nvSpPr>
        <p:spPr>
          <a:xfrm flipH="1">
            <a:off x="835910" y="5231764"/>
            <a:ext cx="10517890" cy="869353"/>
          </a:xfrm>
          <a:prstGeom prst="round1Rect">
            <a:avLst>
              <a:gd name="adj" fmla="val 29548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sz="1600" b="1"/>
          </a:p>
        </p:txBody>
      </p:sp>
      <p:pic>
        <p:nvPicPr>
          <p:cNvPr id="16" name="图形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b="26654"/>
          <a:stretch>
            <a:fillRect/>
          </a:stretch>
        </p:blipFill>
        <p:spPr>
          <a:xfrm>
            <a:off x="7177041" y="1773850"/>
            <a:ext cx="3774196" cy="4327268"/>
          </a:xfrm>
          <a:prstGeom prst="rect">
            <a:avLst/>
          </a:prstGeom>
        </p:spPr>
      </p:pic>
      <p:cxnSp>
        <p:nvCxnSpPr>
          <p:cNvPr id="17" name="直接连接符 16"/>
          <p:cNvCxnSpPr/>
          <p:nvPr userDrawn="1">
            <p:custDataLst>
              <p:tags r:id="rId12"/>
            </p:custDataLst>
          </p:nvPr>
        </p:nvCxnSpPr>
        <p:spPr>
          <a:xfrm>
            <a:off x="3479538" y="5666440"/>
            <a:ext cx="5234214" cy="0"/>
          </a:xfrm>
          <a:prstGeom prst="line">
            <a:avLst/>
          </a:prstGeom>
          <a:solidFill>
            <a:srgbClr val="98E3BC"/>
          </a:solidFill>
          <a:ln w="15875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3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4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>
            <p:custDataLst>
              <p:tags r:id="rId15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838200" y="1265786"/>
            <a:ext cx="5959253" cy="2304304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8387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21"/>
            </p:custDataLst>
          </p:nvPr>
        </p:nvSpPr>
        <p:spPr>
          <a:xfrm>
            <a:off x="1091987" y="5414440"/>
            <a:ext cx="28800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0" name="联系方式占位符 9"/>
          <p:cNvSpPr>
            <a:spLocks noGrp="1"/>
          </p:cNvSpPr>
          <p:nvPr>
            <p:ph type="body" sz="quarter" idx="16" hasCustomPrompt="1"/>
            <p:custDataLst>
              <p:tags r:id="rId22"/>
            </p:custDataLst>
          </p:nvPr>
        </p:nvSpPr>
        <p:spPr>
          <a:xfrm>
            <a:off x="8220013" y="5414440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7988"/>
          </a:xfrm>
          <a:prstGeom prst="rect">
            <a:avLst/>
          </a:prstGeom>
          <a:gradFill flip="none" rotWithShape="1">
            <a:gsLst>
              <a:gs pos="6422">
                <a:schemeClr val="accent1">
                  <a:alpha val="25000"/>
                </a:schemeClr>
              </a:gs>
              <a:gs pos="53000">
                <a:schemeClr val="accent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矩形: 单圆角 21"/>
          <p:cNvSpPr/>
          <p:nvPr userDrawn="1">
            <p:custDataLst>
              <p:tags r:id="rId3"/>
            </p:custDataLst>
          </p:nvPr>
        </p:nvSpPr>
        <p:spPr>
          <a:xfrm flipV="1">
            <a:off x="0" y="0"/>
            <a:ext cx="3327399" cy="6857993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pic>
        <p:nvPicPr>
          <p:cNvPr id="23" name="图形 6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0" y="4038603"/>
            <a:ext cx="1180357" cy="2819401"/>
          </a:xfrm>
          <a:prstGeom prst="rect">
            <a:avLst/>
          </a:prstGeom>
        </p:spPr>
      </p:pic>
      <p:sp>
        <p:nvSpPr>
          <p:cNvPr id="25" name="矩形: 圆角 24"/>
          <p:cNvSpPr/>
          <p:nvPr userDrawn="1">
            <p:custDataLst>
              <p:tags r:id="rId7"/>
            </p:custDataLst>
          </p:nvPr>
        </p:nvSpPr>
        <p:spPr>
          <a:xfrm>
            <a:off x="838201" y="1860552"/>
            <a:ext cx="10515600" cy="4356100"/>
          </a:xfrm>
          <a:prstGeom prst="roundRect">
            <a:avLst>
              <a:gd name="adj" fmla="val 3256"/>
            </a:avLst>
          </a:prstGeom>
          <a:solidFill>
            <a:schemeClr val="lt1"/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101600" dist="101600" dir="2700000" algn="tl" rotWithShape="0">
              <a:schemeClr val="accent1">
                <a:alpha val="1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cxnSp>
        <p:nvCxnSpPr>
          <p:cNvPr id="37" name="直接连接符 36"/>
          <p:cNvCxnSpPr/>
          <p:nvPr userDrawn="1">
            <p:custDataLst>
              <p:tags r:id="rId8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 userDrawn="1">
            <p:custDataLst>
              <p:tags r:id="rId9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 userDrawn="1">
            <p:custDataLst>
              <p:tags r:id="rId10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11"/>
            </p:custDataLst>
          </p:nvPr>
        </p:nvSpPr>
        <p:spPr>
          <a:xfrm>
            <a:off x="129540" y="565150"/>
            <a:ext cx="3198495" cy="1081405"/>
          </a:xfrm>
        </p:spPr>
        <p:txBody>
          <a:bodyPr wrap="square" anchor="b">
            <a:normAutofit/>
          </a:bodyPr>
          <a:lstStyle>
            <a:lvl1pPr>
              <a:defRPr sz="4800">
                <a:solidFill>
                  <a:schemeClr val="lt1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7" name="日期占位符 3"/>
          <p:cNvSpPr>
            <a:spLocks noGrp="1"/>
          </p:cNvSpPr>
          <p:nvPr userDrawn="1"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 userDrawn="1"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 userDrawn="1"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任意多边形: 形状 8"/>
          <p:cNvSpPr/>
          <p:nvPr userDrawn="1">
            <p:custDataLst>
              <p:tags r:id="rId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0" name="任意多边形: 形状 9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椭圆 10"/>
          <p:cNvSpPr/>
          <p:nvPr userDrawn="1">
            <p:custDataLst>
              <p:tags r:id="rId5"/>
            </p:custDataLst>
          </p:nvPr>
        </p:nvSpPr>
        <p:spPr>
          <a:xfrm>
            <a:off x="533277" y="3925701"/>
            <a:ext cx="1827999" cy="1827999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3272059" y="1267996"/>
            <a:ext cx="2494306" cy="249430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3" name="矩形: 圆顶角 12"/>
          <p:cNvSpPr/>
          <p:nvPr userDrawn="1">
            <p:custDataLst>
              <p:tags r:id="rId7"/>
            </p:custDataLst>
          </p:nvPr>
        </p:nvSpPr>
        <p:spPr>
          <a:xfrm>
            <a:off x="1297907" y="941537"/>
            <a:ext cx="3289211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4" name="矩形: 圆顶角 13"/>
          <p:cNvSpPr/>
          <p:nvPr userDrawn="1">
            <p:custDataLst>
              <p:tags r:id="rId8"/>
            </p:custDataLst>
          </p:nvPr>
        </p:nvSpPr>
        <p:spPr>
          <a:xfrm>
            <a:off x="1549857" y="941537"/>
            <a:ext cx="3289211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图形 9"/>
          <p:cNvSpPr/>
          <p:nvPr userDrawn="1">
            <p:custDataLst>
              <p:tags r:id="rId9"/>
            </p:custDataLst>
          </p:nvPr>
        </p:nvSpPr>
        <p:spPr>
          <a:xfrm>
            <a:off x="3096775" y="1724416"/>
            <a:ext cx="261766" cy="26176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6" name="图形 9"/>
          <p:cNvSpPr/>
          <p:nvPr userDrawn="1">
            <p:custDataLst>
              <p:tags r:id="rId10"/>
            </p:custDataLst>
          </p:nvPr>
        </p:nvSpPr>
        <p:spPr>
          <a:xfrm>
            <a:off x="3384154" y="1866175"/>
            <a:ext cx="643586" cy="64358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17" name="图形 63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46847"/>
          <a:stretch>
            <a:fillRect/>
          </a:stretch>
        </p:blipFill>
        <p:spPr>
          <a:xfrm flipH="1">
            <a:off x="1499789" y="2619139"/>
            <a:ext cx="3737211" cy="3105193"/>
          </a:xfrm>
          <a:custGeom>
            <a:avLst/>
            <a:gdLst>
              <a:gd name="connsiteX0" fmla="*/ 0 w 4623746"/>
              <a:gd name="connsiteY0" fmla="*/ 0 h 3841801"/>
              <a:gd name="connsiteX1" fmla="*/ 4568731 w 4623746"/>
              <a:gd name="connsiteY1" fmla="*/ 0 h 3841801"/>
              <a:gd name="connsiteX2" fmla="*/ 4574584 w 4623746"/>
              <a:gd name="connsiteY2" fmla="*/ 22764 h 3841801"/>
              <a:gd name="connsiteX3" fmla="*/ 4623746 w 4623746"/>
              <a:gd name="connsiteY3" fmla="*/ 510447 h 3841801"/>
              <a:gd name="connsiteX4" fmla="*/ 4623746 w 4623746"/>
              <a:gd name="connsiteY4" fmla="*/ 3841801 h 3841801"/>
              <a:gd name="connsiteX5" fmla="*/ 0 w 4623746"/>
              <a:gd name="connsiteY5" fmla="*/ 3841801 h 3841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3746" h="3841801">
                <a:moveTo>
                  <a:pt x="0" y="0"/>
                </a:moveTo>
                <a:lnTo>
                  <a:pt x="4568731" y="0"/>
                </a:lnTo>
                <a:lnTo>
                  <a:pt x="4574584" y="22764"/>
                </a:lnTo>
                <a:cubicBezTo>
                  <a:pt x="4606819" y="180290"/>
                  <a:pt x="4623746" y="343391"/>
                  <a:pt x="4623746" y="510447"/>
                </a:cubicBezTo>
                <a:lnTo>
                  <a:pt x="4623746" y="3841801"/>
                </a:lnTo>
                <a:lnTo>
                  <a:pt x="0" y="3841801"/>
                </a:lnTo>
                <a:close/>
              </a:path>
            </a:pathLst>
          </a:custGeom>
        </p:spPr>
      </p:pic>
      <p:sp>
        <p:nvSpPr>
          <p:cNvPr id="18" name="任意多边形: 形状 17"/>
          <p:cNvSpPr/>
          <p:nvPr userDrawn="1">
            <p:custDataLst>
              <p:tags r:id="rId14"/>
            </p:custDataLst>
          </p:nvPr>
        </p:nvSpPr>
        <p:spPr>
          <a:xfrm rot="16200000">
            <a:off x="10798198" y="5708698"/>
            <a:ext cx="108000" cy="495204"/>
          </a:xfrm>
          <a:custGeom>
            <a:avLst/>
            <a:gdLst>
              <a:gd name="connsiteX0" fmla="*/ 54000 w 108000"/>
              <a:gd name="connsiteY0" fmla="*/ 387204 h 495204"/>
              <a:gd name="connsiteX1" fmla="*/ 108000 w 108000"/>
              <a:gd name="connsiteY1" fmla="*/ 441204 h 495204"/>
              <a:gd name="connsiteX2" fmla="*/ 54000 w 108000"/>
              <a:gd name="connsiteY2" fmla="*/ 495204 h 495204"/>
              <a:gd name="connsiteX3" fmla="*/ 0 w 108000"/>
              <a:gd name="connsiteY3" fmla="*/ 441204 h 495204"/>
              <a:gd name="connsiteX4" fmla="*/ 54000 w 108000"/>
              <a:gd name="connsiteY4" fmla="*/ 387204 h 495204"/>
              <a:gd name="connsiteX5" fmla="*/ 54000 w 108000"/>
              <a:gd name="connsiteY5" fmla="*/ 193602 h 495204"/>
              <a:gd name="connsiteX6" fmla="*/ 108000 w 108000"/>
              <a:gd name="connsiteY6" fmla="*/ 247602 h 495204"/>
              <a:gd name="connsiteX7" fmla="*/ 54000 w 108000"/>
              <a:gd name="connsiteY7" fmla="*/ 301602 h 495204"/>
              <a:gd name="connsiteX8" fmla="*/ 0 w 108000"/>
              <a:gd name="connsiteY8" fmla="*/ 247602 h 495204"/>
              <a:gd name="connsiteX9" fmla="*/ 54000 w 108000"/>
              <a:gd name="connsiteY9" fmla="*/ 193602 h 495204"/>
              <a:gd name="connsiteX10" fmla="*/ 54000 w 108000"/>
              <a:gd name="connsiteY10" fmla="*/ 0 h 495204"/>
              <a:gd name="connsiteX11" fmla="*/ 108000 w 108000"/>
              <a:gd name="connsiteY11" fmla="*/ 54000 h 495204"/>
              <a:gd name="connsiteX12" fmla="*/ 54000 w 108000"/>
              <a:gd name="connsiteY12" fmla="*/ 108000 h 495204"/>
              <a:gd name="connsiteX13" fmla="*/ 0 w 108000"/>
              <a:gd name="connsiteY13" fmla="*/ 54000 h 495204"/>
              <a:gd name="connsiteX14" fmla="*/ 54000 w 108000"/>
              <a:gd name="connsiteY14" fmla="*/ 0 h 495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000" h="495204">
                <a:moveTo>
                  <a:pt x="54000" y="387204"/>
                </a:moveTo>
                <a:cubicBezTo>
                  <a:pt x="83823" y="387204"/>
                  <a:pt x="108000" y="411381"/>
                  <a:pt x="108000" y="441204"/>
                </a:cubicBezTo>
                <a:cubicBezTo>
                  <a:pt x="108000" y="471027"/>
                  <a:pt x="83823" y="495204"/>
                  <a:pt x="54000" y="495204"/>
                </a:cubicBezTo>
                <a:cubicBezTo>
                  <a:pt x="24177" y="495204"/>
                  <a:pt x="0" y="471027"/>
                  <a:pt x="0" y="441204"/>
                </a:cubicBezTo>
                <a:cubicBezTo>
                  <a:pt x="0" y="411381"/>
                  <a:pt x="24177" y="387204"/>
                  <a:pt x="54000" y="387204"/>
                </a:cubicBezTo>
                <a:close/>
                <a:moveTo>
                  <a:pt x="54000" y="193602"/>
                </a:moveTo>
                <a:cubicBezTo>
                  <a:pt x="83823" y="193602"/>
                  <a:pt x="108000" y="217779"/>
                  <a:pt x="108000" y="247602"/>
                </a:cubicBezTo>
                <a:cubicBezTo>
                  <a:pt x="108000" y="277425"/>
                  <a:pt x="83823" y="301602"/>
                  <a:pt x="54000" y="301602"/>
                </a:cubicBezTo>
                <a:cubicBezTo>
                  <a:pt x="24177" y="301602"/>
                  <a:pt x="0" y="277425"/>
                  <a:pt x="0" y="247602"/>
                </a:cubicBezTo>
                <a:cubicBezTo>
                  <a:pt x="0" y="217779"/>
                  <a:pt x="24177" y="193602"/>
                  <a:pt x="54000" y="193602"/>
                </a:cubicBezTo>
                <a:close/>
                <a:moveTo>
                  <a:pt x="54000" y="0"/>
                </a:moveTo>
                <a:cubicBezTo>
                  <a:pt x="83823" y="0"/>
                  <a:pt x="108000" y="24177"/>
                  <a:pt x="108000" y="54000"/>
                </a:cubicBezTo>
                <a:cubicBezTo>
                  <a:pt x="108000" y="83823"/>
                  <a:pt x="83823" y="108000"/>
                  <a:pt x="54000" y="108000"/>
                </a:cubicBezTo>
                <a:cubicBezTo>
                  <a:pt x="24177" y="108000"/>
                  <a:pt x="0" y="83823"/>
                  <a:pt x="0" y="54000"/>
                </a:cubicBezTo>
                <a:cubicBezTo>
                  <a:pt x="0" y="24177"/>
                  <a:pt x="24177" y="0"/>
                  <a:pt x="54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弧形 19"/>
          <p:cNvSpPr/>
          <p:nvPr userDrawn="1">
            <p:custDataLst>
              <p:tags r:id="rId15"/>
            </p:custDataLst>
          </p:nvPr>
        </p:nvSpPr>
        <p:spPr>
          <a:xfrm rot="3870695">
            <a:off x="2441344" y="1174224"/>
            <a:ext cx="1676873" cy="5677950"/>
          </a:xfrm>
          <a:prstGeom prst="arc">
            <a:avLst>
              <a:gd name="adj1" fmla="val 3567365"/>
              <a:gd name="adj2" fmla="val 6578231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1" name="弧形 20"/>
          <p:cNvSpPr/>
          <p:nvPr userDrawn="1">
            <p:custDataLst>
              <p:tags r:id="rId16"/>
            </p:custDataLst>
          </p:nvPr>
        </p:nvSpPr>
        <p:spPr>
          <a:xfrm rot="3870695">
            <a:off x="2236507" y="1174225"/>
            <a:ext cx="1676873" cy="5677950"/>
          </a:xfrm>
          <a:prstGeom prst="arc">
            <a:avLst>
              <a:gd name="adj1" fmla="val 15455795"/>
              <a:gd name="adj2" fmla="val 16780178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5236845" y="2974340"/>
            <a:ext cx="5852795" cy="2527935"/>
          </a:xfrm>
        </p:spPr>
        <p:txBody>
          <a:bodyPr wrap="square" anchor="t" anchorCtr="0">
            <a:normAutofit/>
          </a:bodyPr>
          <a:lstStyle>
            <a:lvl1pPr algn="r">
              <a:defRPr sz="52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6110506" y="1631269"/>
            <a:ext cx="4978994" cy="1224000"/>
          </a:xfrm>
        </p:spPr>
        <p:txBody>
          <a:bodyPr wrap="none" anchor="ctr">
            <a:normAutofit/>
          </a:bodyPr>
          <a:lstStyle>
            <a:lvl1pPr marL="0" indent="0" algn="r">
              <a:buNone/>
              <a:defRPr sz="6000" b="1">
                <a:gradFill flip="none" rotWithShape="1">
                  <a:gsLst>
                    <a:gs pos="0">
                      <a:schemeClr val="accent2"/>
                    </a:gs>
                    <a:gs pos="43000">
                      <a:schemeClr val="accent1"/>
                    </a:gs>
                  </a:gsLst>
                  <a:lin ang="2700000" scaled="1"/>
                  <a:tileRect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cxnSp>
        <p:nvCxnSpPr>
          <p:cNvPr id="3" name="直接连接符 2"/>
          <p:cNvCxnSpPr/>
          <p:nvPr userDrawn="1">
            <p:custDataLst>
              <p:tags r:id="rId22"/>
            </p:custDataLst>
          </p:nvPr>
        </p:nvCxnSpPr>
        <p:spPr>
          <a:xfrm>
            <a:off x="1192291" y="5956300"/>
            <a:ext cx="9271478" cy="0"/>
          </a:xfrm>
          <a:prstGeom prst="line">
            <a:avLst/>
          </a:prstGeom>
          <a:solidFill>
            <a:srgbClr val="98E3BC"/>
          </a:solidFill>
          <a:ln w="12700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800715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799445" cy="864235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9" name="任意多边形: 形状 8"/>
          <p:cNvSpPr/>
          <p:nvPr userDrawn="1">
            <p:custDataLst>
              <p:tags r:id="rId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任意多边形: 形状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5"/>
            </p:custDataLst>
          </p:nvPr>
        </p:nvSpPr>
        <p:spPr>
          <a:xfrm flipH="1" flipV="1">
            <a:off x="9258300" y="3925570"/>
            <a:ext cx="2934335" cy="293243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矩形: 单圆角 11"/>
          <p:cNvSpPr/>
          <p:nvPr userDrawn="1">
            <p:custDataLst>
              <p:tags r:id="rId6"/>
            </p:custDataLst>
          </p:nvPr>
        </p:nvSpPr>
        <p:spPr>
          <a:xfrm>
            <a:off x="732489" y="970310"/>
            <a:ext cx="10620714" cy="5001610"/>
          </a:xfrm>
          <a:prstGeom prst="round1Rect">
            <a:avLst>
              <a:gd name="adj" fmla="val 37950"/>
            </a:avLst>
          </a:prstGeom>
          <a:gradFill flip="none" rotWithShape="1">
            <a:gsLst>
              <a:gs pos="16000">
                <a:schemeClr val="accent1">
                  <a:lumMod val="20000"/>
                  <a:lumOff val="80000"/>
                </a:schemeClr>
              </a:gs>
              <a:gs pos="81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椭圆 12"/>
          <p:cNvSpPr/>
          <p:nvPr userDrawn="1">
            <p:custDataLst>
              <p:tags r:id="rId7"/>
            </p:custDataLst>
          </p:nvPr>
        </p:nvSpPr>
        <p:spPr>
          <a:xfrm>
            <a:off x="6678970" y="966964"/>
            <a:ext cx="4484992" cy="4328652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75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5" name="矩形: 单圆角 14"/>
          <p:cNvSpPr/>
          <p:nvPr userDrawn="1">
            <p:custDataLst>
              <p:tags r:id="rId8"/>
            </p:custDataLst>
          </p:nvPr>
        </p:nvSpPr>
        <p:spPr>
          <a:xfrm flipH="1">
            <a:off x="835910" y="5231764"/>
            <a:ext cx="10517890" cy="869353"/>
          </a:xfrm>
          <a:prstGeom prst="round1Rect">
            <a:avLst>
              <a:gd name="adj" fmla="val 29548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sz="1600" b="1"/>
          </a:p>
        </p:txBody>
      </p:sp>
      <p:pic>
        <p:nvPicPr>
          <p:cNvPr id="16" name="图形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b="26654"/>
          <a:stretch>
            <a:fillRect/>
          </a:stretch>
        </p:blipFill>
        <p:spPr>
          <a:xfrm>
            <a:off x="7177041" y="1773850"/>
            <a:ext cx="3774196" cy="4327268"/>
          </a:xfrm>
          <a:prstGeom prst="rect">
            <a:avLst/>
          </a:prstGeom>
        </p:spPr>
      </p:pic>
      <p:cxnSp>
        <p:nvCxnSpPr>
          <p:cNvPr id="17" name="直接连接符 16"/>
          <p:cNvCxnSpPr/>
          <p:nvPr userDrawn="1">
            <p:custDataLst>
              <p:tags r:id="rId12"/>
            </p:custDataLst>
          </p:nvPr>
        </p:nvCxnSpPr>
        <p:spPr>
          <a:xfrm>
            <a:off x="3479538" y="5666440"/>
            <a:ext cx="5234214" cy="0"/>
          </a:xfrm>
          <a:prstGeom prst="line">
            <a:avLst/>
          </a:prstGeom>
          <a:solidFill>
            <a:srgbClr val="98E3BC"/>
          </a:solidFill>
          <a:ln w="15875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3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4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>
            <p:custDataLst>
              <p:tags r:id="rId15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838200" y="1265786"/>
            <a:ext cx="5959253" cy="2304304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8387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21"/>
            </p:custDataLst>
          </p:nvPr>
        </p:nvSpPr>
        <p:spPr>
          <a:xfrm>
            <a:off x="1091987" y="5414440"/>
            <a:ext cx="28800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0" name="联系方式占位符 9"/>
          <p:cNvSpPr>
            <a:spLocks noGrp="1"/>
          </p:cNvSpPr>
          <p:nvPr>
            <p:ph type="body" sz="quarter" idx="16" hasCustomPrompt="1"/>
            <p:custDataLst>
              <p:tags r:id="rId22"/>
            </p:custDataLst>
          </p:nvPr>
        </p:nvSpPr>
        <p:spPr>
          <a:xfrm>
            <a:off x="8220013" y="5414440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7988"/>
          </a:xfrm>
          <a:prstGeom prst="rect">
            <a:avLst/>
          </a:prstGeom>
          <a:gradFill flip="none" rotWithShape="1">
            <a:gsLst>
              <a:gs pos="6422">
                <a:schemeClr val="accent1">
                  <a:alpha val="25000"/>
                </a:schemeClr>
              </a:gs>
              <a:gs pos="53000">
                <a:schemeClr val="accent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矩形: 单圆角 21"/>
          <p:cNvSpPr/>
          <p:nvPr userDrawn="1">
            <p:custDataLst>
              <p:tags r:id="rId3"/>
            </p:custDataLst>
          </p:nvPr>
        </p:nvSpPr>
        <p:spPr>
          <a:xfrm flipV="1">
            <a:off x="0" y="0"/>
            <a:ext cx="3327399" cy="6857993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pic>
        <p:nvPicPr>
          <p:cNvPr id="23" name="图形 6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0" y="4038603"/>
            <a:ext cx="1180357" cy="2819401"/>
          </a:xfrm>
          <a:prstGeom prst="rect">
            <a:avLst/>
          </a:prstGeom>
        </p:spPr>
      </p:pic>
      <p:sp>
        <p:nvSpPr>
          <p:cNvPr id="25" name="矩形: 圆角 24"/>
          <p:cNvSpPr/>
          <p:nvPr userDrawn="1">
            <p:custDataLst>
              <p:tags r:id="rId7"/>
            </p:custDataLst>
          </p:nvPr>
        </p:nvSpPr>
        <p:spPr>
          <a:xfrm>
            <a:off x="838201" y="1860552"/>
            <a:ext cx="10515600" cy="4356100"/>
          </a:xfrm>
          <a:prstGeom prst="roundRect">
            <a:avLst>
              <a:gd name="adj" fmla="val 3256"/>
            </a:avLst>
          </a:prstGeom>
          <a:solidFill>
            <a:schemeClr val="lt1"/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101600" dist="101600" dir="2700000" algn="tl" rotWithShape="0">
              <a:schemeClr val="accent1">
                <a:alpha val="1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cxnSp>
        <p:nvCxnSpPr>
          <p:cNvPr id="37" name="直接连接符 36"/>
          <p:cNvCxnSpPr/>
          <p:nvPr userDrawn="1">
            <p:custDataLst>
              <p:tags r:id="rId8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 userDrawn="1">
            <p:custDataLst>
              <p:tags r:id="rId9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 userDrawn="1">
            <p:custDataLst>
              <p:tags r:id="rId10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11"/>
            </p:custDataLst>
          </p:nvPr>
        </p:nvSpPr>
        <p:spPr>
          <a:xfrm>
            <a:off x="129540" y="565150"/>
            <a:ext cx="3198495" cy="1081405"/>
          </a:xfrm>
        </p:spPr>
        <p:txBody>
          <a:bodyPr wrap="square" anchor="b">
            <a:normAutofit/>
          </a:bodyPr>
          <a:lstStyle>
            <a:lvl1pPr>
              <a:defRPr sz="4800">
                <a:solidFill>
                  <a:schemeClr val="lt1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7" name="日期占位符 3"/>
          <p:cNvSpPr>
            <a:spLocks noGrp="1"/>
          </p:cNvSpPr>
          <p:nvPr userDrawn="1"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 userDrawn="1"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 userDrawn="1"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任意多边形: 形状 8"/>
          <p:cNvSpPr/>
          <p:nvPr userDrawn="1">
            <p:custDataLst>
              <p:tags r:id="rId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0" name="任意多边形: 形状 9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椭圆 10"/>
          <p:cNvSpPr/>
          <p:nvPr userDrawn="1">
            <p:custDataLst>
              <p:tags r:id="rId5"/>
            </p:custDataLst>
          </p:nvPr>
        </p:nvSpPr>
        <p:spPr>
          <a:xfrm>
            <a:off x="533277" y="3925701"/>
            <a:ext cx="1827999" cy="1827999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3272059" y="1267996"/>
            <a:ext cx="2494306" cy="249430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3" name="矩形: 圆顶角 12"/>
          <p:cNvSpPr/>
          <p:nvPr userDrawn="1">
            <p:custDataLst>
              <p:tags r:id="rId7"/>
            </p:custDataLst>
          </p:nvPr>
        </p:nvSpPr>
        <p:spPr>
          <a:xfrm>
            <a:off x="1297907" y="941537"/>
            <a:ext cx="3289211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4" name="矩形: 圆顶角 13"/>
          <p:cNvSpPr/>
          <p:nvPr userDrawn="1">
            <p:custDataLst>
              <p:tags r:id="rId8"/>
            </p:custDataLst>
          </p:nvPr>
        </p:nvSpPr>
        <p:spPr>
          <a:xfrm>
            <a:off x="1549857" y="941537"/>
            <a:ext cx="3289211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图形 9"/>
          <p:cNvSpPr/>
          <p:nvPr userDrawn="1">
            <p:custDataLst>
              <p:tags r:id="rId9"/>
            </p:custDataLst>
          </p:nvPr>
        </p:nvSpPr>
        <p:spPr>
          <a:xfrm>
            <a:off x="3096775" y="1724416"/>
            <a:ext cx="261766" cy="26176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6" name="图形 9"/>
          <p:cNvSpPr/>
          <p:nvPr userDrawn="1">
            <p:custDataLst>
              <p:tags r:id="rId10"/>
            </p:custDataLst>
          </p:nvPr>
        </p:nvSpPr>
        <p:spPr>
          <a:xfrm>
            <a:off x="3384154" y="1866175"/>
            <a:ext cx="643586" cy="64358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17" name="图形 63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46847"/>
          <a:stretch>
            <a:fillRect/>
          </a:stretch>
        </p:blipFill>
        <p:spPr>
          <a:xfrm flipH="1">
            <a:off x="1499789" y="2619139"/>
            <a:ext cx="3737211" cy="3105193"/>
          </a:xfrm>
          <a:custGeom>
            <a:avLst/>
            <a:gdLst>
              <a:gd name="connsiteX0" fmla="*/ 0 w 4623746"/>
              <a:gd name="connsiteY0" fmla="*/ 0 h 3841801"/>
              <a:gd name="connsiteX1" fmla="*/ 4568731 w 4623746"/>
              <a:gd name="connsiteY1" fmla="*/ 0 h 3841801"/>
              <a:gd name="connsiteX2" fmla="*/ 4574584 w 4623746"/>
              <a:gd name="connsiteY2" fmla="*/ 22764 h 3841801"/>
              <a:gd name="connsiteX3" fmla="*/ 4623746 w 4623746"/>
              <a:gd name="connsiteY3" fmla="*/ 510447 h 3841801"/>
              <a:gd name="connsiteX4" fmla="*/ 4623746 w 4623746"/>
              <a:gd name="connsiteY4" fmla="*/ 3841801 h 3841801"/>
              <a:gd name="connsiteX5" fmla="*/ 0 w 4623746"/>
              <a:gd name="connsiteY5" fmla="*/ 3841801 h 3841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3746" h="3841801">
                <a:moveTo>
                  <a:pt x="0" y="0"/>
                </a:moveTo>
                <a:lnTo>
                  <a:pt x="4568731" y="0"/>
                </a:lnTo>
                <a:lnTo>
                  <a:pt x="4574584" y="22764"/>
                </a:lnTo>
                <a:cubicBezTo>
                  <a:pt x="4606819" y="180290"/>
                  <a:pt x="4623746" y="343391"/>
                  <a:pt x="4623746" y="510447"/>
                </a:cubicBezTo>
                <a:lnTo>
                  <a:pt x="4623746" y="3841801"/>
                </a:lnTo>
                <a:lnTo>
                  <a:pt x="0" y="3841801"/>
                </a:lnTo>
                <a:close/>
              </a:path>
            </a:pathLst>
          </a:custGeom>
        </p:spPr>
      </p:pic>
      <p:sp>
        <p:nvSpPr>
          <p:cNvPr id="18" name="任意多边形: 形状 17"/>
          <p:cNvSpPr/>
          <p:nvPr userDrawn="1">
            <p:custDataLst>
              <p:tags r:id="rId14"/>
            </p:custDataLst>
          </p:nvPr>
        </p:nvSpPr>
        <p:spPr>
          <a:xfrm rot="16200000">
            <a:off x="10798198" y="5708698"/>
            <a:ext cx="108000" cy="495204"/>
          </a:xfrm>
          <a:custGeom>
            <a:avLst/>
            <a:gdLst>
              <a:gd name="connsiteX0" fmla="*/ 54000 w 108000"/>
              <a:gd name="connsiteY0" fmla="*/ 387204 h 495204"/>
              <a:gd name="connsiteX1" fmla="*/ 108000 w 108000"/>
              <a:gd name="connsiteY1" fmla="*/ 441204 h 495204"/>
              <a:gd name="connsiteX2" fmla="*/ 54000 w 108000"/>
              <a:gd name="connsiteY2" fmla="*/ 495204 h 495204"/>
              <a:gd name="connsiteX3" fmla="*/ 0 w 108000"/>
              <a:gd name="connsiteY3" fmla="*/ 441204 h 495204"/>
              <a:gd name="connsiteX4" fmla="*/ 54000 w 108000"/>
              <a:gd name="connsiteY4" fmla="*/ 387204 h 495204"/>
              <a:gd name="connsiteX5" fmla="*/ 54000 w 108000"/>
              <a:gd name="connsiteY5" fmla="*/ 193602 h 495204"/>
              <a:gd name="connsiteX6" fmla="*/ 108000 w 108000"/>
              <a:gd name="connsiteY6" fmla="*/ 247602 h 495204"/>
              <a:gd name="connsiteX7" fmla="*/ 54000 w 108000"/>
              <a:gd name="connsiteY7" fmla="*/ 301602 h 495204"/>
              <a:gd name="connsiteX8" fmla="*/ 0 w 108000"/>
              <a:gd name="connsiteY8" fmla="*/ 247602 h 495204"/>
              <a:gd name="connsiteX9" fmla="*/ 54000 w 108000"/>
              <a:gd name="connsiteY9" fmla="*/ 193602 h 495204"/>
              <a:gd name="connsiteX10" fmla="*/ 54000 w 108000"/>
              <a:gd name="connsiteY10" fmla="*/ 0 h 495204"/>
              <a:gd name="connsiteX11" fmla="*/ 108000 w 108000"/>
              <a:gd name="connsiteY11" fmla="*/ 54000 h 495204"/>
              <a:gd name="connsiteX12" fmla="*/ 54000 w 108000"/>
              <a:gd name="connsiteY12" fmla="*/ 108000 h 495204"/>
              <a:gd name="connsiteX13" fmla="*/ 0 w 108000"/>
              <a:gd name="connsiteY13" fmla="*/ 54000 h 495204"/>
              <a:gd name="connsiteX14" fmla="*/ 54000 w 108000"/>
              <a:gd name="connsiteY14" fmla="*/ 0 h 495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000" h="495204">
                <a:moveTo>
                  <a:pt x="54000" y="387204"/>
                </a:moveTo>
                <a:cubicBezTo>
                  <a:pt x="83823" y="387204"/>
                  <a:pt x="108000" y="411381"/>
                  <a:pt x="108000" y="441204"/>
                </a:cubicBezTo>
                <a:cubicBezTo>
                  <a:pt x="108000" y="471027"/>
                  <a:pt x="83823" y="495204"/>
                  <a:pt x="54000" y="495204"/>
                </a:cubicBezTo>
                <a:cubicBezTo>
                  <a:pt x="24177" y="495204"/>
                  <a:pt x="0" y="471027"/>
                  <a:pt x="0" y="441204"/>
                </a:cubicBezTo>
                <a:cubicBezTo>
                  <a:pt x="0" y="411381"/>
                  <a:pt x="24177" y="387204"/>
                  <a:pt x="54000" y="387204"/>
                </a:cubicBezTo>
                <a:close/>
                <a:moveTo>
                  <a:pt x="54000" y="193602"/>
                </a:moveTo>
                <a:cubicBezTo>
                  <a:pt x="83823" y="193602"/>
                  <a:pt x="108000" y="217779"/>
                  <a:pt x="108000" y="247602"/>
                </a:cubicBezTo>
                <a:cubicBezTo>
                  <a:pt x="108000" y="277425"/>
                  <a:pt x="83823" y="301602"/>
                  <a:pt x="54000" y="301602"/>
                </a:cubicBezTo>
                <a:cubicBezTo>
                  <a:pt x="24177" y="301602"/>
                  <a:pt x="0" y="277425"/>
                  <a:pt x="0" y="247602"/>
                </a:cubicBezTo>
                <a:cubicBezTo>
                  <a:pt x="0" y="217779"/>
                  <a:pt x="24177" y="193602"/>
                  <a:pt x="54000" y="193602"/>
                </a:cubicBezTo>
                <a:close/>
                <a:moveTo>
                  <a:pt x="54000" y="0"/>
                </a:moveTo>
                <a:cubicBezTo>
                  <a:pt x="83823" y="0"/>
                  <a:pt x="108000" y="24177"/>
                  <a:pt x="108000" y="54000"/>
                </a:cubicBezTo>
                <a:cubicBezTo>
                  <a:pt x="108000" y="83823"/>
                  <a:pt x="83823" y="108000"/>
                  <a:pt x="54000" y="108000"/>
                </a:cubicBezTo>
                <a:cubicBezTo>
                  <a:pt x="24177" y="108000"/>
                  <a:pt x="0" y="83823"/>
                  <a:pt x="0" y="54000"/>
                </a:cubicBezTo>
                <a:cubicBezTo>
                  <a:pt x="0" y="24177"/>
                  <a:pt x="24177" y="0"/>
                  <a:pt x="54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弧形 19"/>
          <p:cNvSpPr/>
          <p:nvPr userDrawn="1">
            <p:custDataLst>
              <p:tags r:id="rId15"/>
            </p:custDataLst>
          </p:nvPr>
        </p:nvSpPr>
        <p:spPr>
          <a:xfrm rot="3870695">
            <a:off x="2441344" y="1174224"/>
            <a:ext cx="1676873" cy="5677950"/>
          </a:xfrm>
          <a:prstGeom prst="arc">
            <a:avLst>
              <a:gd name="adj1" fmla="val 3567365"/>
              <a:gd name="adj2" fmla="val 6578231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1" name="弧形 20"/>
          <p:cNvSpPr/>
          <p:nvPr userDrawn="1">
            <p:custDataLst>
              <p:tags r:id="rId16"/>
            </p:custDataLst>
          </p:nvPr>
        </p:nvSpPr>
        <p:spPr>
          <a:xfrm rot="3870695">
            <a:off x="2236507" y="1174225"/>
            <a:ext cx="1676873" cy="5677950"/>
          </a:xfrm>
          <a:prstGeom prst="arc">
            <a:avLst>
              <a:gd name="adj1" fmla="val 15455795"/>
              <a:gd name="adj2" fmla="val 16780178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5236845" y="2974340"/>
            <a:ext cx="5852795" cy="2527935"/>
          </a:xfrm>
        </p:spPr>
        <p:txBody>
          <a:bodyPr wrap="square" anchor="t" anchorCtr="0">
            <a:normAutofit/>
          </a:bodyPr>
          <a:lstStyle>
            <a:lvl1pPr algn="r">
              <a:defRPr sz="52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6110506" y="1631269"/>
            <a:ext cx="4978994" cy="1224000"/>
          </a:xfrm>
        </p:spPr>
        <p:txBody>
          <a:bodyPr wrap="none" anchor="ctr">
            <a:normAutofit/>
          </a:bodyPr>
          <a:lstStyle>
            <a:lvl1pPr marL="0" indent="0" algn="r">
              <a:buNone/>
              <a:defRPr sz="6000" b="1">
                <a:gradFill flip="none" rotWithShape="1">
                  <a:gsLst>
                    <a:gs pos="0">
                      <a:schemeClr val="accent2"/>
                    </a:gs>
                    <a:gs pos="43000">
                      <a:schemeClr val="accent1"/>
                    </a:gs>
                  </a:gsLst>
                  <a:lin ang="2700000" scaled="1"/>
                  <a:tileRect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cxnSp>
        <p:nvCxnSpPr>
          <p:cNvPr id="3" name="直接连接符 2"/>
          <p:cNvCxnSpPr/>
          <p:nvPr userDrawn="1">
            <p:custDataLst>
              <p:tags r:id="rId22"/>
            </p:custDataLst>
          </p:nvPr>
        </p:nvCxnSpPr>
        <p:spPr>
          <a:xfrm>
            <a:off x="1192291" y="5956300"/>
            <a:ext cx="9271478" cy="0"/>
          </a:xfrm>
          <a:prstGeom prst="line">
            <a:avLst/>
          </a:prstGeom>
          <a:solidFill>
            <a:srgbClr val="98E3BC"/>
          </a:solidFill>
          <a:ln w="12700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800715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799445" cy="864235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9" name="任意多边形: 形状 8"/>
          <p:cNvSpPr/>
          <p:nvPr userDrawn="1">
            <p:custDataLst>
              <p:tags r:id="rId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任意多边形: 形状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5"/>
            </p:custDataLst>
          </p:nvPr>
        </p:nvSpPr>
        <p:spPr>
          <a:xfrm flipH="1" flipV="1">
            <a:off x="9258300" y="3925570"/>
            <a:ext cx="2934335" cy="293243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矩形: 单圆角 11"/>
          <p:cNvSpPr/>
          <p:nvPr userDrawn="1">
            <p:custDataLst>
              <p:tags r:id="rId6"/>
            </p:custDataLst>
          </p:nvPr>
        </p:nvSpPr>
        <p:spPr>
          <a:xfrm>
            <a:off x="732489" y="970310"/>
            <a:ext cx="10620714" cy="5001610"/>
          </a:xfrm>
          <a:prstGeom prst="round1Rect">
            <a:avLst>
              <a:gd name="adj" fmla="val 37950"/>
            </a:avLst>
          </a:prstGeom>
          <a:gradFill flip="none" rotWithShape="1">
            <a:gsLst>
              <a:gs pos="16000">
                <a:schemeClr val="accent1">
                  <a:lumMod val="20000"/>
                  <a:lumOff val="80000"/>
                </a:schemeClr>
              </a:gs>
              <a:gs pos="81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椭圆 12"/>
          <p:cNvSpPr/>
          <p:nvPr userDrawn="1">
            <p:custDataLst>
              <p:tags r:id="rId7"/>
            </p:custDataLst>
          </p:nvPr>
        </p:nvSpPr>
        <p:spPr>
          <a:xfrm>
            <a:off x="6678970" y="966964"/>
            <a:ext cx="4484992" cy="4328652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75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5" name="矩形: 单圆角 14"/>
          <p:cNvSpPr/>
          <p:nvPr userDrawn="1">
            <p:custDataLst>
              <p:tags r:id="rId8"/>
            </p:custDataLst>
          </p:nvPr>
        </p:nvSpPr>
        <p:spPr>
          <a:xfrm flipH="1">
            <a:off x="835910" y="5231764"/>
            <a:ext cx="10517890" cy="869353"/>
          </a:xfrm>
          <a:prstGeom prst="round1Rect">
            <a:avLst>
              <a:gd name="adj" fmla="val 29548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sz="1600" b="1"/>
          </a:p>
        </p:txBody>
      </p:sp>
      <p:pic>
        <p:nvPicPr>
          <p:cNvPr id="16" name="图形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b="26654"/>
          <a:stretch>
            <a:fillRect/>
          </a:stretch>
        </p:blipFill>
        <p:spPr>
          <a:xfrm>
            <a:off x="7177041" y="1773850"/>
            <a:ext cx="3774196" cy="4327268"/>
          </a:xfrm>
          <a:prstGeom prst="rect">
            <a:avLst/>
          </a:prstGeom>
        </p:spPr>
      </p:pic>
      <p:cxnSp>
        <p:nvCxnSpPr>
          <p:cNvPr id="17" name="直接连接符 16"/>
          <p:cNvCxnSpPr/>
          <p:nvPr userDrawn="1">
            <p:custDataLst>
              <p:tags r:id="rId12"/>
            </p:custDataLst>
          </p:nvPr>
        </p:nvCxnSpPr>
        <p:spPr>
          <a:xfrm>
            <a:off x="3479538" y="5666440"/>
            <a:ext cx="5234214" cy="0"/>
          </a:xfrm>
          <a:prstGeom prst="line">
            <a:avLst/>
          </a:prstGeom>
          <a:solidFill>
            <a:srgbClr val="98E3BC"/>
          </a:solidFill>
          <a:ln w="15875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3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4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>
            <p:custDataLst>
              <p:tags r:id="rId15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838200" y="1265786"/>
            <a:ext cx="5959253" cy="2304304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8387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21"/>
            </p:custDataLst>
          </p:nvPr>
        </p:nvSpPr>
        <p:spPr>
          <a:xfrm>
            <a:off x="1091987" y="5414440"/>
            <a:ext cx="28800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0" name="联系方式占位符 9"/>
          <p:cNvSpPr>
            <a:spLocks noGrp="1"/>
          </p:cNvSpPr>
          <p:nvPr>
            <p:ph type="body" sz="quarter" idx="16" hasCustomPrompt="1"/>
            <p:custDataLst>
              <p:tags r:id="rId22"/>
            </p:custDataLst>
          </p:nvPr>
        </p:nvSpPr>
        <p:spPr>
          <a:xfrm>
            <a:off x="8220013" y="5414440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7988"/>
          </a:xfrm>
          <a:prstGeom prst="rect">
            <a:avLst/>
          </a:prstGeom>
          <a:gradFill flip="none" rotWithShape="1">
            <a:gsLst>
              <a:gs pos="6422">
                <a:schemeClr val="accent1">
                  <a:alpha val="25000"/>
                </a:schemeClr>
              </a:gs>
              <a:gs pos="53000">
                <a:schemeClr val="accent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矩形: 单圆角 21"/>
          <p:cNvSpPr/>
          <p:nvPr userDrawn="1">
            <p:custDataLst>
              <p:tags r:id="rId3"/>
            </p:custDataLst>
          </p:nvPr>
        </p:nvSpPr>
        <p:spPr>
          <a:xfrm flipV="1">
            <a:off x="0" y="0"/>
            <a:ext cx="3327399" cy="6857993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pic>
        <p:nvPicPr>
          <p:cNvPr id="23" name="图形 6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0" y="4038603"/>
            <a:ext cx="1180357" cy="2819401"/>
          </a:xfrm>
          <a:prstGeom prst="rect">
            <a:avLst/>
          </a:prstGeom>
        </p:spPr>
      </p:pic>
      <p:sp>
        <p:nvSpPr>
          <p:cNvPr id="25" name="矩形: 圆角 24"/>
          <p:cNvSpPr/>
          <p:nvPr userDrawn="1">
            <p:custDataLst>
              <p:tags r:id="rId7"/>
            </p:custDataLst>
          </p:nvPr>
        </p:nvSpPr>
        <p:spPr>
          <a:xfrm>
            <a:off x="838201" y="1860552"/>
            <a:ext cx="10515600" cy="4356100"/>
          </a:xfrm>
          <a:prstGeom prst="roundRect">
            <a:avLst>
              <a:gd name="adj" fmla="val 3256"/>
            </a:avLst>
          </a:prstGeom>
          <a:solidFill>
            <a:schemeClr val="lt1"/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101600" dist="101600" dir="2700000" algn="tl" rotWithShape="0">
              <a:schemeClr val="accent1">
                <a:alpha val="1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cxnSp>
        <p:nvCxnSpPr>
          <p:cNvPr id="37" name="直接连接符 36"/>
          <p:cNvCxnSpPr/>
          <p:nvPr userDrawn="1">
            <p:custDataLst>
              <p:tags r:id="rId8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 userDrawn="1">
            <p:custDataLst>
              <p:tags r:id="rId9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 userDrawn="1">
            <p:custDataLst>
              <p:tags r:id="rId10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11"/>
            </p:custDataLst>
          </p:nvPr>
        </p:nvSpPr>
        <p:spPr>
          <a:xfrm>
            <a:off x="129540" y="565150"/>
            <a:ext cx="3198495" cy="1081405"/>
          </a:xfrm>
        </p:spPr>
        <p:txBody>
          <a:bodyPr wrap="square" anchor="b">
            <a:normAutofit/>
          </a:bodyPr>
          <a:lstStyle>
            <a:lvl1pPr>
              <a:defRPr sz="4800">
                <a:solidFill>
                  <a:schemeClr val="lt1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7" name="日期占位符 3"/>
          <p:cNvSpPr>
            <a:spLocks noGrp="1"/>
          </p:cNvSpPr>
          <p:nvPr userDrawn="1"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 userDrawn="1"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 userDrawn="1"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任意多边形: 形状 8"/>
          <p:cNvSpPr/>
          <p:nvPr userDrawn="1">
            <p:custDataLst>
              <p:tags r:id="rId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0" name="任意多边形: 形状 9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椭圆 10"/>
          <p:cNvSpPr/>
          <p:nvPr userDrawn="1">
            <p:custDataLst>
              <p:tags r:id="rId5"/>
            </p:custDataLst>
          </p:nvPr>
        </p:nvSpPr>
        <p:spPr>
          <a:xfrm>
            <a:off x="533277" y="3925701"/>
            <a:ext cx="1827999" cy="1827999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3272059" y="1267996"/>
            <a:ext cx="2494306" cy="249430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3" name="矩形: 圆顶角 12"/>
          <p:cNvSpPr/>
          <p:nvPr userDrawn="1">
            <p:custDataLst>
              <p:tags r:id="rId7"/>
            </p:custDataLst>
          </p:nvPr>
        </p:nvSpPr>
        <p:spPr>
          <a:xfrm>
            <a:off x="1297907" y="941537"/>
            <a:ext cx="3289211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4" name="矩形: 圆顶角 13"/>
          <p:cNvSpPr/>
          <p:nvPr userDrawn="1">
            <p:custDataLst>
              <p:tags r:id="rId8"/>
            </p:custDataLst>
          </p:nvPr>
        </p:nvSpPr>
        <p:spPr>
          <a:xfrm>
            <a:off x="1549857" y="941537"/>
            <a:ext cx="3289211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图形 9"/>
          <p:cNvSpPr/>
          <p:nvPr userDrawn="1">
            <p:custDataLst>
              <p:tags r:id="rId9"/>
            </p:custDataLst>
          </p:nvPr>
        </p:nvSpPr>
        <p:spPr>
          <a:xfrm>
            <a:off x="3096775" y="1724416"/>
            <a:ext cx="261766" cy="26176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6" name="图形 9"/>
          <p:cNvSpPr/>
          <p:nvPr userDrawn="1">
            <p:custDataLst>
              <p:tags r:id="rId10"/>
            </p:custDataLst>
          </p:nvPr>
        </p:nvSpPr>
        <p:spPr>
          <a:xfrm>
            <a:off x="3384154" y="1866175"/>
            <a:ext cx="643586" cy="64358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17" name="图形 63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46847"/>
          <a:stretch>
            <a:fillRect/>
          </a:stretch>
        </p:blipFill>
        <p:spPr>
          <a:xfrm flipH="1">
            <a:off x="1499789" y="2619139"/>
            <a:ext cx="3737211" cy="3105193"/>
          </a:xfrm>
          <a:custGeom>
            <a:avLst/>
            <a:gdLst>
              <a:gd name="connsiteX0" fmla="*/ 0 w 4623746"/>
              <a:gd name="connsiteY0" fmla="*/ 0 h 3841801"/>
              <a:gd name="connsiteX1" fmla="*/ 4568731 w 4623746"/>
              <a:gd name="connsiteY1" fmla="*/ 0 h 3841801"/>
              <a:gd name="connsiteX2" fmla="*/ 4574584 w 4623746"/>
              <a:gd name="connsiteY2" fmla="*/ 22764 h 3841801"/>
              <a:gd name="connsiteX3" fmla="*/ 4623746 w 4623746"/>
              <a:gd name="connsiteY3" fmla="*/ 510447 h 3841801"/>
              <a:gd name="connsiteX4" fmla="*/ 4623746 w 4623746"/>
              <a:gd name="connsiteY4" fmla="*/ 3841801 h 3841801"/>
              <a:gd name="connsiteX5" fmla="*/ 0 w 4623746"/>
              <a:gd name="connsiteY5" fmla="*/ 3841801 h 3841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3746" h="3841801">
                <a:moveTo>
                  <a:pt x="0" y="0"/>
                </a:moveTo>
                <a:lnTo>
                  <a:pt x="4568731" y="0"/>
                </a:lnTo>
                <a:lnTo>
                  <a:pt x="4574584" y="22764"/>
                </a:lnTo>
                <a:cubicBezTo>
                  <a:pt x="4606819" y="180290"/>
                  <a:pt x="4623746" y="343391"/>
                  <a:pt x="4623746" y="510447"/>
                </a:cubicBezTo>
                <a:lnTo>
                  <a:pt x="4623746" y="3841801"/>
                </a:lnTo>
                <a:lnTo>
                  <a:pt x="0" y="3841801"/>
                </a:lnTo>
                <a:close/>
              </a:path>
            </a:pathLst>
          </a:custGeom>
        </p:spPr>
      </p:pic>
      <p:sp>
        <p:nvSpPr>
          <p:cNvPr id="18" name="任意多边形: 形状 17"/>
          <p:cNvSpPr/>
          <p:nvPr userDrawn="1">
            <p:custDataLst>
              <p:tags r:id="rId14"/>
            </p:custDataLst>
          </p:nvPr>
        </p:nvSpPr>
        <p:spPr>
          <a:xfrm rot="16200000">
            <a:off x="10798198" y="5708698"/>
            <a:ext cx="108000" cy="495204"/>
          </a:xfrm>
          <a:custGeom>
            <a:avLst/>
            <a:gdLst>
              <a:gd name="connsiteX0" fmla="*/ 54000 w 108000"/>
              <a:gd name="connsiteY0" fmla="*/ 387204 h 495204"/>
              <a:gd name="connsiteX1" fmla="*/ 108000 w 108000"/>
              <a:gd name="connsiteY1" fmla="*/ 441204 h 495204"/>
              <a:gd name="connsiteX2" fmla="*/ 54000 w 108000"/>
              <a:gd name="connsiteY2" fmla="*/ 495204 h 495204"/>
              <a:gd name="connsiteX3" fmla="*/ 0 w 108000"/>
              <a:gd name="connsiteY3" fmla="*/ 441204 h 495204"/>
              <a:gd name="connsiteX4" fmla="*/ 54000 w 108000"/>
              <a:gd name="connsiteY4" fmla="*/ 387204 h 495204"/>
              <a:gd name="connsiteX5" fmla="*/ 54000 w 108000"/>
              <a:gd name="connsiteY5" fmla="*/ 193602 h 495204"/>
              <a:gd name="connsiteX6" fmla="*/ 108000 w 108000"/>
              <a:gd name="connsiteY6" fmla="*/ 247602 h 495204"/>
              <a:gd name="connsiteX7" fmla="*/ 54000 w 108000"/>
              <a:gd name="connsiteY7" fmla="*/ 301602 h 495204"/>
              <a:gd name="connsiteX8" fmla="*/ 0 w 108000"/>
              <a:gd name="connsiteY8" fmla="*/ 247602 h 495204"/>
              <a:gd name="connsiteX9" fmla="*/ 54000 w 108000"/>
              <a:gd name="connsiteY9" fmla="*/ 193602 h 495204"/>
              <a:gd name="connsiteX10" fmla="*/ 54000 w 108000"/>
              <a:gd name="connsiteY10" fmla="*/ 0 h 495204"/>
              <a:gd name="connsiteX11" fmla="*/ 108000 w 108000"/>
              <a:gd name="connsiteY11" fmla="*/ 54000 h 495204"/>
              <a:gd name="connsiteX12" fmla="*/ 54000 w 108000"/>
              <a:gd name="connsiteY12" fmla="*/ 108000 h 495204"/>
              <a:gd name="connsiteX13" fmla="*/ 0 w 108000"/>
              <a:gd name="connsiteY13" fmla="*/ 54000 h 495204"/>
              <a:gd name="connsiteX14" fmla="*/ 54000 w 108000"/>
              <a:gd name="connsiteY14" fmla="*/ 0 h 495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000" h="495204">
                <a:moveTo>
                  <a:pt x="54000" y="387204"/>
                </a:moveTo>
                <a:cubicBezTo>
                  <a:pt x="83823" y="387204"/>
                  <a:pt x="108000" y="411381"/>
                  <a:pt x="108000" y="441204"/>
                </a:cubicBezTo>
                <a:cubicBezTo>
                  <a:pt x="108000" y="471027"/>
                  <a:pt x="83823" y="495204"/>
                  <a:pt x="54000" y="495204"/>
                </a:cubicBezTo>
                <a:cubicBezTo>
                  <a:pt x="24177" y="495204"/>
                  <a:pt x="0" y="471027"/>
                  <a:pt x="0" y="441204"/>
                </a:cubicBezTo>
                <a:cubicBezTo>
                  <a:pt x="0" y="411381"/>
                  <a:pt x="24177" y="387204"/>
                  <a:pt x="54000" y="387204"/>
                </a:cubicBezTo>
                <a:close/>
                <a:moveTo>
                  <a:pt x="54000" y="193602"/>
                </a:moveTo>
                <a:cubicBezTo>
                  <a:pt x="83823" y="193602"/>
                  <a:pt x="108000" y="217779"/>
                  <a:pt x="108000" y="247602"/>
                </a:cubicBezTo>
                <a:cubicBezTo>
                  <a:pt x="108000" y="277425"/>
                  <a:pt x="83823" y="301602"/>
                  <a:pt x="54000" y="301602"/>
                </a:cubicBezTo>
                <a:cubicBezTo>
                  <a:pt x="24177" y="301602"/>
                  <a:pt x="0" y="277425"/>
                  <a:pt x="0" y="247602"/>
                </a:cubicBezTo>
                <a:cubicBezTo>
                  <a:pt x="0" y="217779"/>
                  <a:pt x="24177" y="193602"/>
                  <a:pt x="54000" y="193602"/>
                </a:cubicBezTo>
                <a:close/>
                <a:moveTo>
                  <a:pt x="54000" y="0"/>
                </a:moveTo>
                <a:cubicBezTo>
                  <a:pt x="83823" y="0"/>
                  <a:pt x="108000" y="24177"/>
                  <a:pt x="108000" y="54000"/>
                </a:cubicBezTo>
                <a:cubicBezTo>
                  <a:pt x="108000" y="83823"/>
                  <a:pt x="83823" y="108000"/>
                  <a:pt x="54000" y="108000"/>
                </a:cubicBezTo>
                <a:cubicBezTo>
                  <a:pt x="24177" y="108000"/>
                  <a:pt x="0" y="83823"/>
                  <a:pt x="0" y="54000"/>
                </a:cubicBezTo>
                <a:cubicBezTo>
                  <a:pt x="0" y="24177"/>
                  <a:pt x="24177" y="0"/>
                  <a:pt x="54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弧形 19"/>
          <p:cNvSpPr/>
          <p:nvPr userDrawn="1">
            <p:custDataLst>
              <p:tags r:id="rId15"/>
            </p:custDataLst>
          </p:nvPr>
        </p:nvSpPr>
        <p:spPr>
          <a:xfrm rot="3870695">
            <a:off x="2441344" y="1174224"/>
            <a:ext cx="1676873" cy="5677950"/>
          </a:xfrm>
          <a:prstGeom prst="arc">
            <a:avLst>
              <a:gd name="adj1" fmla="val 3567365"/>
              <a:gd name="adj2" fmla="val 6578231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1" name="弧形 20"/>
          <p:cNvSpPr/>
          <p:nvPr userDrawn="1">
            <p:custDataLst>
              <p:tags r:id="rId16"/>
            </p:custDataLst>
          </p:nvPr>
        </p:nvSpPr>
        <p:spPr>
          <a:xfrm rot="3870695">
            <a:off x="2236507" y="1174225"/>
            <a:ext cx="1676873" cy="5677950"/>
          </a:xfrm>
          <a:prstGeom prst="arc">
            <a:avLst>
              <a:gd name="adj1" fmla="val 15455795"/>
              <a:gd name="adj2" fmla="val 16780178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5236845" y="2974340"/>
            <a:ext cx="5852795" cy="2527935"/>
          </a:xfrm>
        </p:spPr>
        <p:txBody>
          <a:bodyPr wrap="square" anchor="t" anchorCtr="0">
            <a:normAutofit/>
          </a:bodyPr>
          <a:lstStyle>
            <a:lvl1pPr algn="r">
              <a:defRPr sz="52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6110506" y="1631269"/>
            <a:ext cx="4978994" cy="1224000"/>
          </a:xfrm>
        </p:spPr>
        <p:txBody>
          <a:bodyPr wrap="none" anchor="ctr">
            <a:normAutofit/>
          </a:bodyPr>
          <a:lstStyle>
            <a:lvl1pPr marL="0" indent="0" algn="r">
              <a:buNone/>
              <a:defRPr sz="6000" b="1">
                <a:gradFill flip="none" rotWithShape="1">
                  <a:gsLst>
                    <a:gs pos="0">
                      <a:schemeClr val="accent2"/>
                    </a:gs>
                    <a:gs pos="43000">
                      <a:schemeClr val="accent1"/>
                    </a:gs>
                  </a:gsLst>
                  <a:lin ang="2700000" scaled="1"/>
                  <a:tileRect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cxnSp>
        <p:nvCxnSpPr>
          <p:cNvPr id="3" name="直接连接符 2"/>
          <p:cNvCxnSpPr/>
          <p:nvPr userDrawn="1">
            <p:custDataLst>
              <p:tags r:id="rId22"/>
            </p:custDataLst>
          </p:nvPr>
        </p:nvCxnSpPr>
        <p:spPr>
          <a:xfrm>
            <a:off x="1192291" y="5956300"/>
            <a:ext cx="9271478" cy="0"/>
          </a:xfrm>
          <a:prstGeom prst="line">
            <a:avLst/>
          </a:prstGeom>
          <a:solidFill>
            <a:srgbClr val="98E3BC"/>
          </a:solidFill>
          <a:ln w="12700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800715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799445" cy="864235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9" name="任意多边形: 形状 8"/>
          <p:cNvSpPr/>
          <p:nvPr userDrawn="1">
            <p:custDataLst>
              <p:tags r:id="rId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任意多边形: 形状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5"/>
            </p:custDataLst>
          </p:nvPr>
        </p:nvSpPr>
        <p:spPr>
          <a:xfrm flipH="1" flipV="1">
            <a:off x="9258300" y="3925570"/>
            <a:ext cx="2934335" cy="293243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矩形: 单圆角 11"/>
          <p:cNvSpPr/>
          <p:nvPr userDrawn="1">
            <p:custDataLst>
              <p:tags r:id="rId6"/>
            </p:custDataLst>
          </p:nvPr>
        </p:nvSpPr>
        <p:spPr>
          <a:xfrm>
            <a:off x="732489" y="970310"/>
            <a:ext cx="10620714" cy="5001610"/>
          </a:xfrm>
          <a:prstGeom prst="round1Rect">
            <a:avLst>
              <a:gd name="adj" fmla="val 37950"/>
            </a:avLst>
          </a:prstGeom>
          <a:gradFill flip="none" rotWithShape="1">
            <a:gsLst>
              <a:gs pos="16000">
                <a:schemeClr val="accent1">
                  <a:lumMod val="20000"/>
                  <a:lumOff val="80000"/>
                </a:schemeClr>
              </a:gs>
              <a:gs pos="81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椭圆 12"/>
          <p:cNvSpPr/>
          <p:nvPr userDrawn="1">
            <p:custDataLst>
              <p:tags r:id="rId7"/>
            </p:custDataLst>
          </p:nvPr>
        </p:nvSpPr>
        <p:spPr>
          <a:xfrm>
            <a:off x="6678970" y="966964"/>
            <a:ext cx="4484992" cy="4328652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75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5" name="矩形: 单圆角 14"/>
          <p:cNvSpPr/>
          <p:nvPr userDrawn="1">
            <p:custDataLst>
              <p:tags r:id="rId8"/>
            </p:custDataLst>
          </p:nvPr>
        </p:nvSpPr>
        <p:spPr>
          <a:xfrm flipH="1">
            <a:off x="835910" y="5231764"/>
            <a:ext cx="10517890" cy="869353"/>
          </a:xfrm>
          <a:prstGeom prst="round1Rect">
            <a:avLst>
              <a:gd name="adj" fmla="val 29548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sz="1600" b="1"/>
          </a:p>
        </p:txBody>
      </p:sp>
      <p:pic>
        <p:nvPicPr>
          <p:cNvPr id="16" name="图形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b="26654"/>
          <a:stretch>
            <a:fillRect/>
          </a:stretch>
        </p:blipFill>
        <p:spPr>
          <a:xfrm>
            <a:off x="7177041" y="1773850"/>
            <a:ext cx="3774196" cy="4327268"/>
          </a:xfrm>
          <a:prstGeom prst="rect">
            <a:avLst/>
          </a:prstGeom>
        </p:spPr>
      </p:pic>
      <p:cxnSp>
        <p:nvCxnSpPr>
          <p:cNvPr id="17" name="直接连接符 16"/>
          <p:cNvCxnSpPr/>
          <p:nvPr userDrawn="1">
            <p:custDataLst>
              <p:tags r:id="rId12"/>
            </p:custDataLst>
          </p:nvPr>
        </p:nvCxnSpPr>
        <p:spPr>
          <a:xfrm>
            <a:off x="3479538" y="5666440"/>
            <a:ext cx="5234214" cy="0"/>
          </a:xfrm>
          <a:prstGeom prst="line">
            <a:avLst/>
          </a:prstGeom>
          <a:solidFill>
            <a:srgbClr val="98E3BC"/>
          </a:solidFill>
          <a:ln w="15875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3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4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>
            <p:custDataLst>
              <p:tags r:id="rId15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838200" y="1265786"/>
            <a:ext cx="5959253" cy="2304304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8387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21"/>
            </p:custDataLst>
          </p:nvPr>
        </p:nvSpPr>
        <p:spPr>
          <a:xfrm>
            <a:off x="1091987" y="5414440"/>
            <a:ext cx="28800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0" name="联系方式占位符 9"/>
          <p:cNvSpPr>
            <a:spLocks noGrp="1"/>
          </p:cNvSpPr>
          <p:nvPr>
            <p:ph type="body" sz="quarter" idx="16" hasCustomPrompt="1"/>
            <p:custDataLst>
              <p:tags r:id="rId22"/>
            </p:custDataLst>
          </p:nvPr>
        </p:nvSpPr>
        <p:spPr>
          <a:xfrm>
            <a:off x="8220013" y="5414440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7988"/>
          </a:xfrm>
          <a:prstGeom prst="rect">
            <a:avLst/>
          </a:prstGeom>
          <a:gradFill flip="none" rotWithShape="1">
            <a:gsLst>
              <a:gs pos="6422">
                <a:schemeClr val="accent1">
                  <a:alpha val="25000"/>
                </a:schemeClr>
              </a:gs>
              <a:gs pos="53000">
                <a:schemeClr val="accent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矩形: 单圆角 21"/>
          <p:cNvSpPr/>
          <p:nvPr userDrawn="1">
            <p:custDataLst>
              <p:tags r:id="rId3"/>
            </p:custDataLst>
          </p:nvPr>
        </p:nvSpPr>
        <p:spPr>
          <a:xfrm flipV="1">
            <a:off x="0" y="0"/>
            <a:ext cx="3327399" cy="6857993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pic>
        <p:nvPicPr>
          <p:cNvPr id="23" name="图形 6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0" y="4038603"/>
            <a:ext cx="1180357" cy="2819401"/>
          </a:xfrm>
          <a:prstGeom prst="rect">
            <a:avLst/>
          </a:prstGeom>
        </p:spPr>
      </p:pic>
      <p:sp>
        <p:nvSpPr>
          <p:cNvPr id="25" name="矩形: 圆角 24"/>
          <p:cNvSpPr/>
          <p:nvPr userDrawn="1">
            <p:custDataLst>
              <p:tags r:id="rId7"/>
            </p:custDataLst>
          </p:nvPr>
        </p:nvSpPr>
        <p:spPr>
          <a:xfrm>
            <a:off x="838201" y="1860552"/>
            <a:ext cx="10515600" cy="4356100"/>
          </a:xfrm>
          <a:prstGeom prst="roundRect">
            <a:avLst>
              <a:gd name="adj" fmla="val 3256"/>
            </a:avLst>
          </a:prstGeom>
          <a:solidFill>
            <a:schemeClr val="lt1"/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101600" dist="101600" dir="2700000" algn="tl" rotWithShape="0">
              <a:schemeClr val="accent1">
                <a:alpha val="1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cxnSp>
        <p:nvCxnSpPr>
          <p:cNvPr id="37" name="直接连接符 36"/>
          <p:cNvCxnSpPr/>
          <p:nvPr userDrawn="1">
            <p:custDataLst>
              <p:tags r:id="rId8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 userDrawn="1">
            <p:custDataLst>
              <p:tags r:id="rId9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 userDrawn="1">
            <p:custDataLst>
              <p:tags r:id="rId10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11"/>
            </p:custDataLst>
          </p:nvPr>
        </p:nvSpPr>
        <p:spPr>
          <a:xfrm>
            <a:off x="129540" y="565150"/>
            <a:ext cx="3198495" cy="1081405"/>
          </a:xfrm>
        </p:spPr>
        <p:txBody>
          <a:bodyPr wrap="square" anchor="b">
            <a:normAutofit/>
          </a:bodyPr>
          <a:lstStyle>
            <a:lvl1pPr>
              <a:defRPr sz="4800">
                <a:solidFill>
                  <a:schemeClr val="lt1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7" name="日期占位符 3"/>
          <p:cNvSpPr>
            <a:spLocks noGrp="1"/>
          </p:cNvSpPr>
          <p:nvPr userDrawn="1"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 userDrawn="1"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 userDrawn="1"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任意多边形: 形状 8"/>
          <p:cNvSpPr/>
          <p:nvPr userDrawn="1">
            <p:custDataLst>
              <p:tags r:id="rId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0" name="任意多边形: 形状 9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椭圆 10"/>
          <p:cNvSpPr/>
          <p:nvPr userDrawn="1">
            <p:custDataLst>
              <p:tags r:id="rId5"/>
            </p:custDataLst>
          </p:nvPr>
        </p:nvSpPr>
        <p:spPr>
          <a:xfrm>
            <a:off x="533277" y="3925701"/>
            <a:ext cx="1827999" cy="1827999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3272059" y="1267996"/>
            <a:ext cx="2494306" cy="249430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3" name="矩形: 圆顶角 12"/>
          <p:cNvSpPr/>
          <p:nvPr userDrawn="1">
            <p:custDataLst>
              <p:tags r:id="rId7"/>
            </p:custDataLst>
          </p:nvPr>
        </p:nvSpPr>
        <p:spPr>
          <a:xfrm>
            <a:off x="1297907" y="941537"/>
            <a:ext cx="3289211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4" name="矩形: 圆顶角 13"/>
          <p:cNvSpPr/>
          <p:nvPr userDrawn="1">
            <p:custDataLst>
              <p:tags r:id="rId8"/>
            </p:custDataLst>
          </p:nvPr>
        </p:nvSpPr>
        <p:spPr>
          <a:xfrm>
            <a:off x="1549857" y="941537"/>
            <a:ext cx="3289211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图形 9"/>
          <p:cNvSpPr/>
          <p:nvPr userDrawn="1">
            <p:custDataLst>
              <p:tags r:id="rId9"/>
            </p:custDataLst>
          </p:nvPr>
        </p:nvSpPr>
        <p:spPr>
          <a:xfrm>
            <a:off x="3096775" y="1724416"/>
            <a:ext cx="261766" cy="26176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6" name="图形 9"/>
          <p:cNvSpPr/>
          <p:nvPr userDrawn="1">
            <p:custDataLst>
              <p:tags r:id="rId10"/>
            </p:custDataLst>
          </p:nvPr>
        </p:nvSpPr>
        <p:spPr>
          <a:xfrm>
            <a:off x="3384154" y="1866175"/>
            <a:ext cx="643586" cy="64358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17" name="图形 63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46847"/>
          <a:stretch>
            <a:fillRect/>
          </a:stretch>
        </p:blipFill>
        <p:spPr>
          <a:xfrm flipH="1">
            <a:off x="1499789" y="2619139"/>
            <a:ext cx="3737211" cy="3105193"/>
          </a:xfrm>
          <a:custGeom>
            <a:avLst/>
            <a:gdLst>
              <a:gd name="connsiteX0" fmla="*/ 0 w 4623746"/>
              <a:gd name="connsiteY0" fmla="*/ 0 h 3841801"/>
              <a:gd name="connsiteX1" fmla="*/ 4568731 w 4623746"/>
              <a:gd name="connsiteY1" fmla="*/ 0 h 3841801"/>
              <a:gd name="connsiteX2" fmla="*/ 4574584 w 4623746"/>
              <a:gd name="connsiteY2" fmla="*/ 22764 h 3841801"/>
              <a:gd name="connsiteX3" fmla="*/ 4623746 w 4623746"/>
              <a:gd name="connsiteY3" fmla="*/ 510447 h 3841801"/>
              <a:gd name="connsiteX4" fmla="*/ 4623746 w 4623746"/>
              <a:gd name="connsiteY4" fmla="*/ 3841801 h 3841801"/>
              <a:gd name="connsiteX5" fmla="*/ 0 w 4623746"/>
              <a:gd name="connsiteY5" fmla="*/ 3841801 h 3841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3746" h="3841801">
                <a:moveTo>
                  <a:pt x="0" y="0"/>
                </a:moveTo>
                <a:lnTo>
                  <a:pt x="4568731" y="0"/>
                </a:lnTo>
                <a:lnTo>
                  <a:pt x="4574584" y="22764"/>
                </a:lnTo>
                <a:cubicBezTo>
                  <a:pt x="4606819" y="180290"/>
                  <a:pt x="4623746" y="343391"/>
                  <a:pt x="4623746" y="510447"/>
                </a:cubicBezTo>
                <a:lnTo>
                  <a:pt x="4623746" y="3841801"/>
                </a:lnTo>
                <a:lnTo>
                  <a:pt x="0" y="3841801"/>
                </a:lnTo>
                <a:close/>
              </a:path>
            </a:pathLst>
          </a:custGeom>
        </p:spPr>
      </p:pic>
      <p:sp>
        <p:nvSpPr>
          <p:cNvPr id="18" name="任意多边形: 形状 17"/>
          <p:cNvSpPr/>
          <p:nvPr userDrawn="1">
            <p:custDataLst>
              <p:tags r:id="rId14"/>
            </p:custDataLst>
          </p:nvPr>
        </p:nvSpPr>
        <p:spPr>
          <a:xfrm rot="16200000">
            <a:off x="10798198" y="5708698"/>
            <a:ext cx="108000" cy="495204"/>
          </a:xfrm>
          <a:custGeom>
            <a:avLst/>
            <a:gdLst>
              <a:gd name="connsiteX0" fmla="*/ 54000 w 108000"/>
              <a:gd name="connsiteY0" fmla="*/ 387204 h 495204"/>
              <a:gd name="connsiteX1" fmla="*/ 108000 w 108000"/>
              <a:gd name="connsiteY1" fmla="*/ 441204 h 495204"/>
              <a:gd name="connsiteX2" fmla="*/ 54000 w 108000"/>
              <a:gd name="connsiteY2" fmla="*/ 495204 h 495204"/>
              <a:gd name="connsiteX3" fmla="*/ 0 w 108000"/>
              <a:gd name="connsiteY3" fmla="*/ 441204 h 495204"/>
              <a:gd name="connsiteX4" fmla="*/ 54000 w 108000"/>
              <a:gd name="connsiteY4" fmla="*/ 387204 h 495204"/>
              <a:gd name="connsiteX5" fmla="*/ 54000 w 108000"/>
              <a:gd name="connsiteY5" fmla="*/ 193602 h 495204"/>
              <a:gd name="connsiteX6" fmla="*/ 108000 w 108000"/>
              <a:gd name="connsiteY6" fmla="*/ 247602 h 495204"/>
              <a:gd name="connsiteX7" fmla="*/ 54000 w 108000"/>
              <a:gd name="connsiteY7" fmla="*/ 301602 h 495204"/>
              <a:gd name="connsiteX8" fmla="*/ 0 w 108000"/>
              <a:gd name="connsiteY8" fmla="*/ 247602 h 495204"/>
              <a:gd name="connsiteX9" fmla="*/ 54000 w 108000"/>
              <a:gd name="connsiteY9" fmla="*/ 193602 h 495204"/>
              <a:gd name="connsiteX10" fmla="*/ 54000 w 108000"/>
              <a:gd name="connsiteY10" fmla="*/ 0 h 495204"/>
              <a:gd name="connsiteX11" fmla="*/ 108000 w 108000"/>
              <a:gd name="connsiteY11" fmla="*/ 54000 h 495204"/>
              <a:gd name="connsiteX12" fmla="*/ 54000 w 108000"/>
              <a:gd name="connsiteY12" fmla="*/ 108000 h 495204"/>
              <a:gd name="connsiteX13" fmla="*/ 0 w 108000"/>
              <a:gd name="connsiteY13" fmla="*/ 54000 h 495204"/>
              <a:gd name="connsiteX14" fmla="*/ 54000 w 108000"/>
              <a:gd name="connsiteY14" fmla="*/ 0 h 495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000" h="495204">
                <a:moveTo>
                  <a:pt x="54000" y="387204"/>
                </a:moveTo>
                <a:cubicBezTo>
                  <a:pt x="83823" y="387204"/>
                  <a:pt x="108000" y="411381"/>
                  <a:pt x="108000" y="441204"/>
                </a:cubicBezTo>
                <a:cubicBezTo>
                  <a:pt x="108000" y="471027"/>
                  <a:pt x="83823" y="495204"/>
                  <a:pt x="54000" y="495204"/>
                </a:cubicBezTo>
                <a:cubicBezTo>
                  <a:pt x="24177" y="495204"/>
                  <a:pt x="0" y="471027"/>
                  <a:pt x="0" y="441204"/>
                </a:cubicBezTo>
                <a:cubicBezTo>
                  <a:pt x="0" y="411381"/>
                  <a:pt x="24177" y="387204"/>
                  <a:pt x="54000" y="387204"/>
                </a:cubicBezTo>
                <a:close/>
                <a:moveTo>
                  <a:pt x="54000" y="193602"/>
                </a:moveTo>
                <a:cubicBezTo>
                  <a:pt x="83823" y="193602"/>
                  <a:pt x="108000" y="217779"/>
                  <a:pt x="108000" y="247602"/>
                </a:cubicBezTo>
                <a:cubicBezTo>
                  <a:pt x="108000" y="277425"/>
                  <a:pt x="83823" y="301602"/>
                  <a:pt x="54000" y="301602"/>
                </a:cubicBezTo>
                <a:cubicBezTo>
                  <a:pt x="24177" y="301602"/>
                  <a:pt x="0" y="277425"/>
                  <a:pt x="0" y="247602"/>
                </a:cubicBezTo>
                <a:cubicBezTo>
                  <a:pt x="0" y="217779"/>
                  <a:pt x="24177" y="193602"/>
                  <a:pt x="54000" y="193602"/>
                </a:cubicBezTo>
                <a:close/>
                <a:moveTo>
                  <a:pt x="54000" y="0"/>
                </a:moveTo>
                <a:cubicBezTo>
                  <a:pt x="83823" y="0"/>
                  <a:pt x="108000" y="24177"/>
                  <a:pt x="108000" y="54000"/>
                </a:cubicBezTo>
                <a:cubicBezTo>
                  <a:pt x="108000" y="83823"/>
                  <a:pt x="83823" y="108000"/>
                  <a:pt x="54000" y="108000"/>
                </a:cubicBezTo>
                <a:cubicBezTo>
                  <a:pt x="24177" y="108000"/>
                  <a:pt x="0" y="83823"/>
                  <a:pt x="0" y="54000"/>
                </a:cubicBezTo>
                <a:cubicBezTo>
                  <a:pt x="0" y="24177"/>
                  <a:pt x="24177" y="0"/>
                  <a:pt x="54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弧形 19"/>
          <p:cNvSpPr/>
          <p:nvPr userDrawn="1">
            <p:custDataLst>
              <p:tags r:id="rId15"/>
            </p:custDataLst>
          </p:nvPr>
        </p:nvSpPr>
        <p:spPr>
          <a:xfrm rot="3870695">
            <a:off x="2441344" y="1174224"/>
            <a:ext cx="1676873" cy="5677950"/>
          </a:xfrm>
          <a:prstGeom prst="arc">
            <a:avLst>
              <a:gd name="adj1" fmla="val 3567365"/>
              <a:gd name="adj2" fmla="val 6578231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1" name="弧形 20"/>
          <p:cNvSpPr/>
          <p:nvPr userDrawn="1">
            <p:custDataLst>
              <p:tags r:id="rId16"/>
            </p:custDataLst>
          </p:nvPr>
        </p:nvSpPr>
        <p:spPr>
          <a:xfrm rot="3870695">
            <a:off x="2236507" y="1174225"/>
            <a:ext cx="1676873" cy="5677950"/>
          </a:xfrm>
          <a:prstGeom prst="arc">
            <a:avLst>
              <a:gd name="adj1" fmla="val 15455795"/>
              <a:gd name="adj2" fmla="val 16780178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5236845" y="2974340"/>
            <a:ext cx="5852795" cy="2527935"/>
          </a:xfrm>
        </p:spPr>
        <p:txBody>
          <a:bodyPr wrap="square" anchor="t" anchorCtr="0">
            <a:normAutofit/>
          </a:bodyPr>
          <a:lstStyle>
            <a:lvl1pPr algn="r">
              <a:defRPr sz="52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6110506" y="1631269"/>
            <a:ext cx="4978994" cy="1224000"/>
          </a:xfrm>
        </p:spPr>
        <p:txBody>
          <a:bodyPr wrap="none" anchor="ctr">
            <a:normAutofit/>
          </a:bodyPr>
          <a:lstStyle>
            <a:lvl1pPr marL="0" indent="0" algn="r">
              <a:buNone/>
              <a:defRPr sz="6000" b="1">
                <a:gradFill flip="none" rotWithShape="1">
                  <a:gsLst>
                    <a:gs pos="0">
                      <a:schemeClr val="accent2"/>
                    </a:gs>
                    <a:gs pos="43000">
                      <a:schemeClr val="accent1"/>
                    </a:gs>
                  </a:gsLst>
                  <a:lin ang="2700000" scaled="1"/>
                  <a:tileRect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cxnSp>
        <p:nvCxnSpPr>
          <p:cNvPr id="3" name="直接连接符 2"/>
          <p:cNvCxnSpPr/>
          <p:nvPr userDrawn="1">
            <p:custDataLst>
              <p:tags r:id="rId22"/>
            </p:custDataLst>
          </p:nvPr>
        </p:nvCxnSpPr>
        <p:spPr>
          <a:xfrm>
            <a:off x="1192291" y="5956300"/>
            <a:ext cx="9271478" cy="0"/>
          </a:xfrm>
          <a:prstGeom prst="line">
            <a:avLst/>
          </a:prstGeom>
          <a:solidFill>
            <a:srgbClr val="98E3BC"/>
          </a:solidFill>
          <a:ln w="12700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800715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799445" cy="864235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9" name="任意多边形: 形状 8"/>
          <p:cNvSpPr/>
          <p:nvPr userDrawn="1">
            <p:custDataLst>
              <p:tags r:id="rId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任意多边形: 形状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5"/>
            </p:custDataLst>
          </p:nvPr>
        </p:nvSpPr>
        <p:spPr>
          <a:xfrm flipH="1" flipV="1">
            <a:off x="9258300" y="3925570"/>
            <a:ext cx="2934335" cy="293243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矩形: 单圆角 11"/>
          <p:cNvSpPr/>
          <p:nvPr userDrawn="1">
            <p:custDataLst>
              <p:tags r:id="rId6"/>
            </p:custDataLst>
          </p:nvPr>
        </p:nvSpPr>
        <p:spPr>
          <a:xfrm>
            <a:off x="732489" y="970310"/>
            <a:ext cx="10620714" cy="5001610"/>
          </a:xfrm>
          <a:prstGeom prst="round1Rect">
            <a:avLst>
              <a:gd name="adj" fmla="val 37950"/>
            </a:avLst>
          </a:prstGeom>
          <a:gradFill flip="none" rotWithShape="1">
            <a:gsLst>
              <a:gs pos="16000">
                <a:schemeClr val="accent1">
                  <a:lumMod val="20000"/>
                  <a:lumOff val="80000"/>
                </a:schemeClr>
              </a:gs>
              <a:gs pos="81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椭圆 12"/>
          <p:cNvSpPr/>
          <p:nvPr userDrawn="1">
            <p:custDataLst>
              <p:tags r:id="rId7"/>
            </p:custDataLst>
          </p:nvPr>
        </p:nvSpPr>
        <p:spPr>
          <a:xfrm>
            <a:off x="6678970" y="966964"/>
            <a:ext cx="4484992" cy="4328652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75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5" name="矩形: 单圆角 14"/>
          <p:cNvSpPr/>
          <p:nvPr userDrawn="1">
            <p:custDataLst>
              <p:tags r:id="rId8"/>
            </p:custDataLst>
          </p:nvPr>
        </p:nvSpPr>
        <p:spPr>
          <a:xfrm flipH="1">
            <a:off x="835910" y="5231764"/>
            <a:ext cx="10517890" cy="869353"/>
          </a:xfrm>
          <a:prstGeom prst="round1Rect">
            <a:avLst>
              <a:gd name="adj" fmla="val 29548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sz="1600" b="1"/>
          </a:p>
        </p:txBody>
      </p:sp>
      <p:pic>
        <p:nvPicPr>
          <p:cNvPr id="16" name="图形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b="26654"/>
          <a:stretch>
            <a:fillRect/>
          </a:stretch>
        </p:blipFill>
        <p:spPr>
          <a:xfrm>
            <a:off x="7177041" y="1773850"/>
            <a:ext cx="3774196" cy="4327268"/>
          </a:xfrm>
          <a:prstGeom prst="rect">
            <a:avLst/>
          </a:prstGeom>
        </p:spPr>
      </p:pic>
      <p:cxnSp>
        <p:nvCxnSpPr>
          <p:cNvPr id="17" name="直接连接符 16"/>
          <p:cNvCxnSpPr/>
          <p:nvPr userDrawn="1">
            <p:custDataLst>
              <p:tags r:id="rId12"/>
            </p:custDataLst>
          </p:nvPr>
        </p:nvCxnSpPr>
        <p:spPr>
          <a:xfrm>
            <a:off x="3479538" y="5666440"/>
            <a:ext cx="5234214" cy="0"/>
          </a:xfrm>
          <a:prstGeom prst="line">
            <a:avLst/>
          </a:prstGeom>
          <a:solidFill>
            <a:srgbClr val="98E3BC"/>
          </a:solidFill>
          <a:ln w="15875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3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4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>
            <p:custDataLst>
              <p:tags r:id="rId15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838200" y="1265786"/>
            <a:ext cx="5959253" cy="2304304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8387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21"/>
            </p:custDataLst>
          </p:nvPr>
        </p:nvSpPr>
        <p:spPr>
          <a:xfrm>
            <a:off x="1091987" y="5414440"/>
            <a:ext cx="28800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0" name="联系方式占位符 9"/>
          <p:cNvSpPr>
            <a:spLocks noGrp="1"/>
          </p:cNvSpPr>
          <p:nvPr>
            <p:ph type="body" sz="quarter" idx="16" hasCustomPrompt="1"/>
            <p:custDataLst>
              <p:tags r:id="rId22"/>
            </p:custDataLst>
          </p:nvPr>
        </p:nvSpPr>
        <p:spPr>
          <a:xfrm>
            <a:off x="8220013" y="5414440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 userDrawn="1"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 userDrawn="1"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 userDrawn="1"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 userDrawn="1"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 userDrawn="1"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 userDrawn="1"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 userDrawn="1"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 userDrawn="1"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7988"/>
          </a:xfrm>
          <a:prstGeom prst="rect">
            <a:avLst/>
          </a:prstGeom>
          <a:gradFill flip="none" rotWithShape="1">
            <a:gsLst>
              <a:gs pos="6422">
                <a:schemeClr val="accent1">
                  <a:alpha val="25000"/>
                </a:schemeClr>
              </a:gs>
              <a:gs pos="53000">
                <a:schemeClr val="accent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矩形: 单圆角 21"/>
          <p:cNvSpPr/>
          <p:nvPr userDrawn="1">
            <p:custDataLst>
              <p:tags r:id="rId3"/>
            </p:custDataLst>
          </p:nvPr>
        </p:nvSpPr>
        <p:spPr>
          <a:xfrm flipV="1">
            <a:off x="0" y="0"/>
            <a:ext cx="3327399" cy="6857993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pic>
        <p:nvPicPr>
          <p:cNvPr id="23" name="图形 6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0" y="4038603"/>
            <a:ext cx="1180357" cy="2819401"/>
          </a:xfrm>
          <a:prstGeom prst="rect">
            <a:avLst/>
          </a:prstGeom>
        </p:spPr>
      </p:pic>
      <p:sp>
        <p:nvSpPr>
          <p:cNvPr id="25" name="矩形: 圆角 24"/>
          <p:cNvSpPr/>
          <p:nvPr userDrawn="1">
            <p:custDataLst>
              <p:tags r:id="rId7"/>
            </p:custDataLst>
          </p:nvPr>
        </p:nvSpPr>
        <p:spPr>
          <a:xfrm>
            <a:off x="838201" y="1860552"/>
            <a:ext cx="10515600" cy="4356100"/>
          </a:xfrm>
          <a:prstGeom prst="roundRect">
            <a:avLst>
              <a:gd name="adj" fmla="val 3256"/>
            </a:avLst>
          </a:prstGeom>
          <a:solidFill>
            <a:schemeClr val="lt1"/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101600" dist="101600" dir="2700000" algn="tl" rotWithShape="0">
              <a:schemeClr val="accent1">
                <a:alpha val="1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cxnSp>
        <p:nvCxnSpPr>
          <p:cNvPr id="37" name="直接连接符 36"/>
          <p:cNvCxnSpPr/>
          <p:nvPr userDrawn="1">
            <p:custDataLst>
              <p:tags r:id="rId8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 userDrawn="1">
            <p:custDataLst>
              <p:tags r:id="rId9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 userDrawn="1">
            <p:custDataLst>
              <p:tags r:id="rId10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11"/>
            </p:custDataLst>
          </p:nvPr>
        </p:nvSpPr>
        <p:spPr>
          <a:xfrm>
            <a:off x="129540" y="565150"/>
            <a:ext cx="3198495" cy="1081405"/>
          </a:xfrm>
        </p:spPr>
        <p:txBody>
          <a:bodyPr wrap="square" anchor="b">
            <a:normAutofit/>
          </a:bodyPr>
          <a:lstStyle>
            <a:lvl1pPr>
              <a:defRPr sz="4800">
                <a:solidFill>
                  <a:schemeClr val="lt1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7" name="日期占位符 3"/>
          <p:cNvSpPr>
            <a:spLocks noGrp="1"/>
          </p:cNvSpPr>
          <p:nvPr userDrawn="1"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 userDrawn="1"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 userDrawn="1"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任意多边形: 形状 8"/>
          <p:cNvSpPr/>
          <p:nvPr userDrawn="1">
            <p:custDataLst>
              <p:tags r:id="rId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0" name="任意多边形: 形状 9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椭圆 10"/>
          <p:cNvSpPr/>
          <p:nvPr userDrawn="1">
            <p:custDataLst>
              <p:tags r:id="rId5"/>
            </p:custDataLst>
          </p:nvPr>
        </p:nvSpPr>
        <p:spPr>
          <a:xfrm>
            <a:off x="533277" y="3925701"/>
            <a:ext cx="1827999" cy="1827999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3272059" y="1267996"/>
            <a:ext cx="2494306" cy="249430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3" name="矩形: 圆顶角 12"/>
          <p:cNvSpPr/>
          <p:nvPr userDrawn="1">
            <p:custDataLst>
              <p:tags r:id="rId7"/>
            </p:custDataLst>
          </p:nvPr>
        </p:nvSpPr>
        <p:spPr>
          <a:xfrm>
            <a:off x="1297907" y="941537"/>
            <a:ext cx="3289211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4" name="矩形: 圆顶角 13"/>
          <p:cNvSpPr/>
          <p:nvPr userDrawn="1">
            <p:custDataLst>
              <p:tags r:id="rId8"/>
            </p:custDataLst>
          </p:nvPr>
        </p:nvSpPr>
        <p:spPr>
          <a:xfrm>
            <a:off x="1549857" y="941537"/>
            <a:ext cx="3289211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图形 9"/>
          <p:cNvSpPr/>
          <p:nvPr userDrawn="1">
            <p:custDataLst>
              <p:tags r:id="rId9"/>
            </p:custDataLst>
          </p:nvPr>
        </p:nvSpPr>
        <p:spPr>
          <a:xfrm>
            <a:off x="3096775" y="1724416"/>
            <a:ext cx="261766" cy="26176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6" name="图形 9"/>
          <p:cNvSpPr/>
          <p:nvPr userDrawn="1">
            <p:custDataLst>
              <p:tags r:id="rId10"/>
            </p:custDataLst>
          </p:nvPr>
        </p:nvSpPr>
        <p:spPr>
          <a:xfrm>
            <a:off x="3384154" y="1866175"/>
            <a:ext cx="643586" cy="64358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17" name="图形 63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46847"/>
          <a:stretch>
            <a:fillRect/>
          </a:stretch>
        </p:blipFill>
        <p:spPr>
          <a:xfrm flipH="1">
            <a:off x="1499789" y="2619139"/>
            <a:ext cx="3737211" cy="3105193"/>
          </a:xfrm>
          <a:custGeom>
            <a:avLst/>
            <a:gdLst>
              <a:gd name="connsiteX0" fmla="*/ 0 w 4623746"/>
              <a:gd name="connsiteY0" fmla="*/ 0 h 3841801"/>
              <a:gd name="connsiteX1" fmla="*/ 4568731 w 4623746"/>
              <a:gd name="connsiteY1" fmla="*/ 0 h 3841801"/>
              <a:gd name="connsiteX2" fmla="*/ 4574584 w 4623746"/>
              <a:gd name="connsiteY2" fmla="*/ 22764 h 3841801"/>
              <a:gd name="connsiteX3" fmla="*/ 4623746 w 4623746"/>
              <a:gd name="connsiteY3" fmla="*/ 510447 h 3841801"/>
              <a:gd name="connsiteX4" fmla="*/ 4623746 w 4623746"/>
              <a:gd name="connsiteY4" fmla="*/ 3841801 h 3841801"/>
              <a:gd name="connsiteX5" fmla="*/ 0 w 4623746"/>
              <a:gd name="connsiteY5" fmla="*/ 3841801 h 3841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3746" h="3841801">
                <a:moveTo>
                  <a:pt x="0" y="0"/>
                </a:moveTo>
                <a:lnTo>
                  <a:pt x="4568731" y="0"/>
                </a:lnTo>
                <a:lnTo>
                  <a:pt x="4574584" y="22764"/>
                </a:lnTo>
                <a:cubicBezTo>
                  <a:pt x="4606819" y="180290"/>
                  <a:pt x="4623746" y="343391"/>
                  <a:pt x="4623746" y="510447"/>
                </a:cubicBezTo>
                <a:lnTo>
                  <a:pt x="4623746" y="3841801"/>
                </a:lnTo>
                <a:lnTo>
                  <a:pt x="0" y="3841801"/>
                </a:lnTo>
                <a:close/>
              </a:path>
            </a:pathLst>
          </a:custGeom>
        </p:spPr>
      </p:pic>
      <p:sp>
        <p:nvSpPr>
          <p:cNvPr id="18" name="任意多边形: 形状 17"/>
          <p:cNvSpPr/>
          <p:nvPr userDrawn="1">
            <p:custDataLst>
              <p:tags r:id="rId14"/>
            </p:custDataLst>
          </p:nvPr>
        </p:nvSpPr>
        <p:spPr>
          <a:xfrm rot="16200000">
            <a:off x="10798198" y="5708698"/>
            <a:ext cx="108000" cy="495204"/>
          </a:xfrm>
          <a:custGeom>
            <a:avLst/>
            <a:gdLst>
              <a:gd name="connsiteX0" fmla="*/ 54000 w 108000"/>
              <a:gd name="connsiteY0" fmla="*/ 387204 h 495204"/>
              <a:gd name="connsiteX1" fmla="*/ 108000 w 108000"/>
              <a:gd name="connsiteY1" fmla="*/ 441204 h 495204"/>
              <a:gd name="connsiteX2" fmla="*/ 54000 w 108000"/>
              <a:gd name="connsiteY2" fmla="*/ 495204 h 495204"/>
              <a:gd name="connsiteX3" fmla="*/ 0 w 108000"/>
              <a:gd name="connsiteY3" fmla="*/ 441204 h 495204"/>
              <a:gd name="connsiteX4" fmla="*/ 54000 w 108000"/>
              <a:gd name="connsiteY4" fmla="*/ 387204 h 495204"/>
              <a:gd name="connsiteX5" fmla="*/ 54000 w 108000"/>
              <a:gd name="connsiteY5" fmla="*/ 193602 h 495204"/>
              <a:gd name="connsiteX6" fmla="*/ 108000 w 108000"/>
              <a:gd name="connsiteY6" fmla="*/ 247602 h 495204"/>
              <a:gd name="connsiteX7" fmla="*/ 54000 w 108000"/>
              <a:gd name="connsiteY7" fmla="*/ 301602 h 495204"/>
              <a:gd name="connsiteX8" fmla="*/ 0 w 108000"/>
              <a:gd name="connsiteY8" fmla="*/ 247602 h 495204"/>
              <a:gd name="connsiteX9" fmla="*/ 54000 w 108000"/>
              <a:gd name="connsiteY9" fmla="*/ 193602 h 495204"/>
              <a:gd name="connsiteX10" fmla="*/ 54000 w 108000"/>
              <a:gd name="connsiteY10" fmla="*/ 0 h 495204"/>
              <a:gd name="connsiteX11" fmla="*/ 108000 w 108000"/>
              <a:gd name="connsiteY11" fmla="*/ 54000 h 495204"/>
              <a:gd name="connsiteX12" fmla="*/ 54000 w 108000"/>
              <a:gd name="connsiteY12" fmla="*/ 108000 h 495204"/>
              <a:gd name="connsiteX13" fmla="*/ 0 w 108000"/>
              <a:gd name="connsiteY13" fmla="*/ 54000 h 495204"/>
              <a:gd name="connsiteX14" fmla="*/ 54000 w 108000"/>
              <a:gd name="connsiteY14" fmla="*/ 0 h 495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000" h="495204">
                <a:moveTo>
                  <a:pt x="54000" y="387204"/>
                </a:moveTo>
                <a:cubicBezTo>
                  <a:pt x="83823" y="387204"/>
                  <a:pt x="108000" y="411381"/>
                  <a:pt x="108000" y="441204"/>
                </a:cubicBezTo>
                <a:cubicBezTo>
                  <a:pt x="108000" y="471027"/>
                  <a:pt x="83823" y="495204"/>
                  <a:pt x="54000" y="495204"/>
                </a:cubicBezTo>
                <a:cubicBezTo>
                  <a:pt x="24177" y="495204"/>
                  <a:pt x="0" y="471027"/>
                  <a:pt x="0" y="441204"/>
                </a:cubicBezTo>
                <a:cubicBezTo>
                  <a:pt x="0" y="411381"/>
                  <a:pt x="24177" y="387204"/>
                  <a:pt x="54000" y="387204"/>
                </a:cubicBezTo>
                <a:close/>
                <a:moveTo>
                  <a:pt x="54000" y="193602"/>
                </a:moveTo>
                <a:cubicBezTo>
                  <a:pt x="83823" y="193602"/>
                  <a:pt x="108000" y="217779"/>
                  <a:pt x="108000" y="247602"/>
                </a:cubicBezTo>
                <a:cubicBezTo>
                  <a:pt x="108000" y="277425"/>
                  <a:pt x="83823" y="301602"/>
                  <a:pt x="54000" y="301602"/>
                </a:cubicBezTo>
                <a:cubicBezTo>
                  <a:pt x="24177" y="301602"/>
                  <a:pt x="0" y="277425"/>
                  <a:pt x="0" y="247602"/>
                </a:cubicBezTo>
                <a:cubicBezTo>
                  <a:pt x="0" y="217779"/>
                  <a:pt x="24177" y="193602"/>
                  <a:pt x="54000" y="193602"/>
                </a:cubicBezTo>
                <a:close/>
                <a:moveTo>
                  <a:pt x="54000" y="0"/>
                </a:moveTo>
                <a:cubicBezTo>
                  <a:pt x="83823" y="0"/>
                  <a:pt x="108000" y="24177"/>
                  <a:pt x="108000" y="54000"/>
                </a:cubicBezTo>
                <a:cubicBezTo>
                  <a:pt x="108000" y="83823"/>
                  <a:pt x="83823" y="108000"/>
                  <a:pt x="54000" y="108000"/>
                </a:cubicBezTo>
                <a:cubicBezTo>
                  <a:pt x="24177" y="108000"/>
                  <a:pt x="0" y="83823"/>
                  <a:pt x="0" y="54000"/>
                </a:cubicBezTo>
                <a:cubicBezTo>
                  <a:pt x="0" y="24177"/>
                  <a:pt x="24177" y="0"/>
                  <a:pt x="54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弧形 19"/>
          <p:cNvSpPr/>
          <p:nvPr userDrawn="1">
            <p:custDataLst>
              <p:tags r:id="rId15"/>
            </p:custDataLst>
          </p:nvPr>
        </p:nvSpPr>
        <p:spPr>
          <a:xfrm rot="3870695">
            <a:off x="2441344" y="1174224"/>
            <a:ext cx="1676873" cy="5677950"/>
          </a:xfrm>
          <a:prstGeom prst="arc">
            <a:avLst>
              <a:gd name="adj1" fmla="val 3567365"/>
              <a:gd name="adj2" fmla="val 6578231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1" name="弧形 20"/>
          <p:cNvSpPr/>
          <p:nvPr userDrawn="1">
            <p:custDataLst>
              <p:tags r:id="rId16"/>
            </p:custDataLst>
          </p:nvPr>
        </p:nvSpPr>
        <p:spPr>
          <a:xfrm rot="3870695">
            <a:off x="2236507" y="1174225"/>
            <a:ext cx="1676873" cy="5677950"/>
          </a:xfrm>
          <a:prstGeom prst="arc">
            <a:avLst>
              <a:gd name="adj1" fmla="val 15455795"/>
              <a:gd name="adj2" fmla="val 16780178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5236845" y="2974340"/>
            <a:ext cx="5852795" cy="2527935"/>
          </a:xfrm>
        </p:spPr>
        <p:txBody>
          <a:bodyPr wrap="square" anchor="t" anchorCtr="0">
            <a:normAutofit/>
          </a:bodyPr>
          <a:lstStyle>
            <a:lvl1pPr algn="r">
              <a:defRPr sz="52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6110506" y="1631269"/>
            <a:ext cx="4978994" cy="1224000"/>
          </a:xfrm>
        </p:spPr>
        <p:txBody>
          <a:bodyPr wrap="none" anchor="ctr">
            <a:normAutofit/>
          </a:bodyPr>
          <a:lstStyle>
            <a:lvl1pPr marL="0" indent="0" algn="r">
              <a:buNone/>
              <a:defRPr sz="6000" b="1">
                <a:gradFill flip="none" rotWithShape="1">
                  <a:gsLst>
                    <a:gs pos="0">
                      <a:schemeClr val="accent2"/>
                    </a:gs>
                    <a:gs pos="43000">
                      <a:schemeClr val="accent1"/>
                    </a:gs>
                  </a:gsLst>
                  <a:lin ang="2700000" scaled="1"/>
                  <a:tileRect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cxnSp>
        <p:nvCxnSpPr>
          <p:cNvPr id="3" name="直接连接符 2"/>
          <p:cNvCxnSpPr/>
          <p:nvPr userDrawn="1">
            <p:custDataLst>
              <p:tags r:id="rId22"/>
            </p:custDataLst>
          </p:nvPr>
        </p:nvCxnSpPr>
        <p:spPr>
          <a:xfrm>
            <a:off x="1192291" y="5956300"/>
            <a:ext cx="9271478" cy="0"/>
          </a:xfrm>
          <a:prstGeom prst="line">
            <a:avLst/>
          </a:prstGeom>
          <a:solidFill>
            <a:srgbClr val="98E3BC"/>
          </a:solidFill>
          <a:ln w="12700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800715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799445" cy="864235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9" name="任意多边形: 形状 8"/>
          <p:cNvSpPr/>
          <p:nvPr userDrawn="1">
            <p:custDataLst>
              <p:tags r:id="rId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任意多边形: 形状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 userDrawn="1">
            <p:custDataLst>
              <p:tags r:id="rId5"/>
            </p:custDataLst>
          </p:nvPr>
        </p:nvSpPr>
        <p:spPr>
          <a:xfrm flipH="1" flipV="1">
            <a:off x="9258300" y="3925570"/>
            <a:ext cx="2934335" cy="293243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矩形: 单圆角 11"/>
          <p:cNvSpPr/>
          <p:nvPr userDrawn="1">
            <p:custDataLst>
              <p:tags r:id="rId6"/>
            </p:custDataLst>
          </p:nvPr>
        </p:nvSpPr>
        <p:spPr>
          <a:xfrm>
            <a:off x="732489" y="970310"/>
            <a:ext cx="10620714" cy="5001610"/>
          </a:xfrm>
          <a:prstGeom prst="round1Rect">
            <a:avLst>
              <a:gd name="adj" fmla="val 37950"/>
            </a:avLst>
          </a:prstGeom>
          <a:gradFill flip="none" rotWithShape="1">
            <a:gsLst>
              <a:gs pos="16000">
                <a:schemeClr val="accent1">
                  <a:lumMod val="20000"/>
                  <a:lumOff val="80000"/>
                </a:schemeClr>
              </a:gs>
              <a:gs pos="81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椭圆 12"/>
          <p:cNvSpPr/>
          <p:nvPr userDrawn="1">
            <p:custDataLst>
              <p:tags r:id="rId7"/>
            </p:custDataLst>
          </p:nvPr>
        </p:nvSpPr>
        <p:spPr>
          <a:xfrm>
            <a:off x="6678970" y="966964"/>
            <a:ext cx="4484992" cy="4328652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75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5" name="矩形: 单圆角 14"/>
          <p:cNvSpPr/>
          <p:nvPr userDrawn="1">
            <p:custDataLst>
              <p:tags r:id="rId8"/>
            </p:custDataLst>
          </p:nvPr>
        </p:nvSpPr>
        <p:spPr>
          <a:xfrm flipH="1">
            <a:off x="835910" y="5231764"/>
            <a:ext cx="10517890" cy="869353"/>
          </a:xfrm>
          <a:prstGeom prst="round1Rect">
            <a:avLst>
              <a:gd name="adj" fmla="val 29548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sz="1600" b="1"/>
          </a:p>
        </p:txBody>
      </p:sp>
      <p:pic>
        <p:nvPicPr>
          <p:cNvPr id="16" name="图形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b="26654"/>
          <a:stretch>
            <a:fillRect/>
          </a:stretch>
        </p:blipFill>
        <p:spPr>
          <a:xfrm>
            <a:off x="7177041" y="1773850"/>
            <a:ext cx="3774196" cy="4327268"/>
          </a:xfrm>
          <a:prstGeom prst="rect">
            <a:avLst/>
          </a:prstGeom>
        </p:spPr>
      </p:pic>
      <p:cxnSp>
        <p:nvCxnSpPr>
          <p:cNvPr id="17" name="直接连接符 16"/>
          <p:cNvCxnSpPr/>
          <p:nvPr userDrawn="1">
            <p:custDataLst>
              <p:tags r:id="rId12"/>
            </p:custDataLst>
          </p:nvPr>
        </p:nvCxnSpPr>
        <p:spPr>
          <a:xfrm>
            <a:off x="3479538" y="5666440"/>
            <a:ext cx="5234214" cy="0"/>
          </a:xfrm>
          <a:prstGeom prst="line">
            <a:avLst/>
          </a:prstGeom>
          <a:solidFill>
            <a:srgbClr val="98E3BC"/>
          </a:solidFill>
          <a:ln w="15875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13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 userDrawn="1">
            <p:custDataLst>
              <p:tags r:id="rId14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>
            <p:custDataLst>
              <p:tags r:id="rId15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838200" y="1265786"/>
            <a:ext cx="5959253" cy="2304304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8387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21"/>
            </p:custDataLst>
          </p:nvPr>
        </p:nvSpPr>
        <p:spPr>
          <a:xfrm>
            <a:off x="1091987" y="5414440"/>
            <a:ext cx="28800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0" name="联系方式占位符 9"/>
          <p:cNvSpPr>
            <a:spLocks noGrp="1"/>
          </p:cNvSpPr>
          <p:nvPr>
            <p:ph type="body" sz="quarter" idx="16" hasCustomPrompt="1"/>
            <p:custDataLst>
              <p:tags r:id="rId22"/>
            </p:custDataLst>
          </p:nvPr>
        </p:nvSpPr>
        <p:spPr>
          <a:xfrm>
            <a:off x="8220013" y="5414440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tags" Target="../tags/tag118.xml"/><Relationship Id="rId23" Type="http://schemas.openxmlformats.org/officeDocument/2006/relationships/tags" Target="../tags/tag117.xml"/><Relationship Id="rId22" Type="http://schemas.openxmlformats.org/officeDocument/2006/relationships/tags" Target="../tags/tag116.xml"/><Relationship Id="rId21" Type="http://schemas.openxmlformats.org/officeDocument/2006/relationships/tags" Target="../tags/tag115.xml"/><Relationship Id="rId20" Type="http://schemas.openxmlformats.org/officeDocument/2006/relationships/tags" Target="../tags/tag114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13.xml"/><Relationship Id="rId18" Type="http://schemas.openxmlformats.org/officeDocument/2006/relationships/tags" Target="../tags/tag112.xml"/><Relationship Id="rId17" Type="http://schemas.openxmlformats.org/officeDocument/2006/relationships/image" Target="../media/image4.svg"/><Relationship Id="rId16" Type="http://schemas.openxmlformats.org/officeDocument/2006/relationships/image" Target="../media/image3.png"/><Relationship Id="rId15" Type="http://schemas.openxmlformats.org/officeDocument/2006/relationships/tags" Target="../tags/tag111.xml"/><Relationship Id="rId14" Type="http://schemas.openxmlformats.org/officeDocument/2006/relationships/tags" Target="../tags/tag110.xml"/><Relationship Id="rId13" Type="http://schemas.openxmlformats.org/officeDocument/2006/relationships/tags" Target="../tags/tag109.xml"/><Relationship Id="rId12" Type="http://schemas.openxmlformats.org/officeDocument/2006/relationships/tags" Target="../tags/tag10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236.xml"/><Relationship Id="rId23" Type="http://schemas.openxmlformats.org/officeDocument/2006/relationships/tags" Target="../tags/tag235.xml"/><Relationship Id="rId22" Type="http://schemas.openxmlformats.org/officeDocument/2006/relationships/tags" Target="../tags/tag234.xml"/><Relationship Id="rId21" Type="http://schemas.openxmlformats.org/officeDocument/2006/relationships/tags" Target="../tags/tag233.xml"/><Relationship Id="rId20" Type="http://schemas.openxmlformats.org/officeDocument/2006/relationships/tags" Target="../tags/tag23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231.xml"/><Relationship Id="rId18" Type="http://schemas.openxmlformats.org/officeDocument/2006/relationships/tags" Target="../tags/tag230.xml"/><Relationship Id="rId17" Type="http://schemas.openxmlformats.org/officeDocument/2006/relationships/image" Target="../media/image6.svg"/><Relationship Id="rId16" Type="http://schemas.openxmlformats.org/officeDocument/2006/relationships/image" Target="../media/image3.png"/><Relationship Id="rId15" Type="http://schemas.openxmlformats.org/officeDocument/2006/relationships/tags" Target="../tags/tag229.xml"/><Relationship Id="rId14" Type="http://schemas.openxmlformats.org/officeDocument/2006/relationships/tags" Target="../tags/tag228.xml"/><Relationship Id="rId13" Type="http://schemas.openxmlformats.org/officeDocument/2006/relationships/tags" Target="../tags/tag227.xml"/><Relationship Id="rId12" Type="http://schemas.openxmlformats.org/officeDocument/2006/relationships/tags" Target="../tags/tag226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5" Type="http://schemas.openxmlformats.org/officeDocument/2006/relationships/theme" Target="../theme/theme3.xml"/><Relationship Id="rId24" Type="http://schemas.openxmlformats.org/officeDocument/2006/relationships/tags" Target="../tags/tag354.xml"/><Relationship Id="rId23" Type="http://schemas.openxmlformats.org/officeDocument/2006/relationships/tags" Target="../tags/tag353.xml"/><Relationship Id="rId22" Type="http://schemas.openxmlformats.org/officeDocument/2006/relationships/tags" Target="../tags/tag352.xml"/><Relationship Id="rId21" Type="http://schemas.openxmlformats.org/officeDocument/2006/relationships/tags" Target="../tags/tag351.xml"/><Relationship Id="rId20" Type="http://schemas.openxmlformats.org/officeDocument/2006/relationships/tags" Target="../tags/tag350.xml"/><Relationship Id="rId2" Type="http://schemas.openxmlformats.org/officeDocument/2006/relationships/slideLayout" Target="../slideLayouts/slideLayout24.xml"/><Relationship Id="rId19" Type="http://schemas.openxmlformats.org/officeDocument/2006/relationships/tags" Target="../tags/tag349.xml"/><Relationship Id="rId18" Type="http://schemas.openxmlformats.org/officeDocument/2006/relationships/tags" Target="../tags/tag348.xml"/><Relationship Id="rId17" Type="http://schemas.openxmlformats.org/officeDocument/2006/relationships/image" Target="../media/image8.svg"/><Relationship Id="rId16" Type="http://schemas.openxmlformats.org/officeDocument/2006/relationships/image" Target="../media/image3.png"/><Relationship Id="rId15" Type="http://schemas.openxmlformats.org/officeDocument/2006/relationships/tags" Target="../tags/tag347.xml"/><Relationship Id="rId14" Type="http://schemas.openxmlformats.org/officeDocument/2006/relationships/tags" Target="../tags/tag346.xml"/><Relationship Id="rId13" Type="http://schemas.openxmlformats.org/officeDocument/2006/relationships/tags" Target="../tags/tag345.xml"/><Relationship Id="rId12" Type="http://schemas.openxmlformats.org/officeDocument/2006/relationships/tags" Target="../tags/tag344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5" Type="http://schemas.openxmlformats.org/officeDocument/2006/relationships/theme" Target="../theme/theme4.xml"/><Relationship Id="rId24" Type="http://schemas.openxmlformats.org/officeDocument/2006/relationships/tags" Target="../tags/tag472.xml"/><Relationship Id="rId23" Type="http://schemas.openxmlformats.org/officeDocument/2006/relationships/tags" Target="../tags/tag471.xml"/><Relationship Id="rId22" Type="http://schemas.openxmlformats.org/officeDocument/2006/relationships/tags" Target="../tags/tag470.xml"/><Relationship Id="rId21" Type="http://schemas.openxmlformats.org/officeDocument/2006/relationships/tags" Target="../tags/tag469.xml"/><Relationship Id="rId20" Type="http://schemas.openxmlformats.org/officeDocument/2006/relationships/tags" Target="../tags/tag468.xml"/><Relationship Id="rId2" Type="http://schemas.openxmlformats.org/officeDocument/2006/relationships/slideLayout" Target="../slideLayouts/slideLayout35.xml"/><Relationship Id="rId19" Type="http://schemas.openxmlformats.org/officeDocument/2006/relationships/tags" Target="../tags/tag467.xml"/><Relationship Id="rId18" Type="http://schemas.openxmlformats.org/officeDocument/2006/relationships/tags" Target="../tags/tag466.xml"/><Relationship Id="rId17" Type="http://schemas.openxmlformats.org/officeDocument/2006/relationships/image" Target="../media/image6.svg"/><Relationship Id="rId16" Type="http://schemas.openxmlformats.org/officeDocument/2006/relationships/image" Target="../media/image3.png"/><Relationship Id="rId15" Type="http://schemas.openxmlformats.org/officeDocument/2006/relationships/tags" Target="../tags/tag465.xml"/><Relationship Id="rId14" Type="http://schemas.openxmlformats.org/officeDocument/2006/relationships/tags" Target="../tags/tag464.xml"/><Relationship Id="rId13" Type="http://schemas.openxmlformats.org/officeDocument/2006/relationships/tags" Target="../tags/tag463.xml"/><Relationship Id="rId12" Type="http://schemas.openxmlformats.org/officeDocument/2006/relationships/tags" Target="../tags/tag462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5" Type="http://schemas.openxmlformats.org/officeDocument/2006/relationships/theme" Target="../theme/theme5.xml"/><Relationship Id="rId24" Type="http://schemas.openxmlformats.org/officeDocument/2006/relationships/tags" Target="../tags/tag590.xml"/><Relationship Id="rId23" Type="http://schemas.openxmlformats.org/officeDocument/2006/relationships/tags" Target="../tags/tag589.xml"/><Relationship Id="rId22" Type="http://schemas.openxmlformats.org/officeDocument/2006/relationships/tags" Target="../tags/tag588.xml"/><Relationship Id="rId21" Type="http://schemas.openxmlformats.org/officeDocument/2006/relationships/tags" Target="../tags/tag587.xml"/><Relationship Id="rId20" Type="http://schemas.openxmlformats.org/officeDocument/2006/relationships/tags" Target="../tags/tag586.xml"/><Relationship Id="rId2" Type="http://schemas.openxmlformats.org/officeDocument/2006/relationships/slideLayout" Target="../slideLayouts/slideLayout46.xml"/><Relationship Id="rId19" Type="http://schemas.openxmlformats.org/officeDocument/2006/relationships/tags" Target="../tags/tag585.xml"/><Relationship Id="rId18" Type="http://schemas.openxmlformats.org/officeDocument/2006/relationships/tags" Target="../tags/tag584.xml"/><Relationship Id="rId17" Type="http://schemas.openxmlformats.org/officeDocument/2006/relationships/image" Target="../media/image10.svg"/><Relationship Id="rId16" Type="http://schemas.openxmlformats.org/officeDocument/2006/relationships/image" Target="../media/image3.png"/><Relationship Id="rId15" Type="http://schemas.openxmlformats.org/officeDocument/2006/relationships/tags" Target="../tags/tag583.xml"/><Relationship Id="rId14" Type="http://schemas.openxmlformats.org/officeDocument/2006/relationships/tags" Target="../tags/tag582.xml"/><Relationship Id="rId13" Type="http://schemas.openxmlformats.org/officeDocument/2006/relationships/tags" Target="../tags/tag581.xml"/><Relationship Id="rId12" Type="http://schemas.openxmlformats.org/officeDocument/2006/relationships/tags" Target="../tags/tag580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5" Type="http://schemas.openxmlformats.org/officeDocument/2006/relationships/theme" Target="../theme/theme6.xml"/><Relationship Id="rId24" Type="http://schemas.openxmlformats.org/officeDocument/2006/relationships/tags" Target="../tags/tag708.xml"/><Relationship Id="rId23" Type="http://schemas.openxmlformats.org/officeDocument/2006/relationships/tags" Target="../tags/tag707.xml"/><Relationship Id="rId22" Type="http://schemas.openxmlformats.org/officeDocument/2006/relationships/tags" Target="../tags/tag706.xml"/><Relationship Id="rId21" Type="http://schemas.openxmlformats.org/officeDocument/2006/relationships/tags" Target="../tags/tag705.xml"/><Relationship Id="rId20" Type="http://schemas.openxmlformats.org/officeDocument/2006/relationships/tags" Target="../tags/tag704.xml"/><Relationship Id="rId2" Type="http://schemas.openxmlformats.org/officeDocument/2006/relationships/slideLayout" Target="../slideLayouts/slideLayout57.xml"/><Relationship Id="rId19" Type="http://schemas.openxmlformats.org/officeDocument/2006/relationships/tags" Target="../tags/tag703.xml"/><Relationship Id="rId18" Type="http://schemas.openxmlformats.org/officeDocument/2006/relationships/tags" Target="../tags/tag702.xml"/><Relationship Id="rId17" Type="http://schemas.openxmlformats.org/officeDocument/2006/relationships/image" Target="../media/image10.svg"/><Relationship Id="rId16" Type="http://schemas.openxmlformats.org/officeDocument/2006/relationships/image" Target="../media/image3.png"/><Relationship Id="rId15" Type="http://schemas.openxmlformats.org/officeDocument/2006/relationships/tags" Target="../tags/tag701.xml"/><Relationship Id="rId14" Type="http://schemas.openxmlformats.org/officeDocument/2006/relationships/tags" Target="../tags/tag700.xml"/><Relationship Id="rId13" Type="http://schemas.openxmlformats.org/officeDocument/2006/relationships/tags" Target="../tags/tag699.xml"/><Relationship Id="rId12" Type="http://schemas.openxmlformats.org/officeDocument/2006/relationships/tags" Target="../tags/tag698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5" Type="http://schemas.openxmlformats.org/officeDocument/2006/relationships/theme" Target="../theme/theme7.xml"/><Relationship Id="rId24" Type="http://schemas.openxmlformats.org/officeDocument/2006/relationships/tags" Target="../tags/tag826.xml"/><Relationship Id="rId23" Type="http://schemas.openxmlformats.org/officeDocument/2006/relationships/tags" Target="../tags/tag825.xml"/><Relationship Id="rId22" Type="http://schemas.openxmlformats.org/officeDocument/2006/relationships/tags" Target="../tags/tag824.xml"/><Relationship Id="rId21" Type="http://schemas.openxmlformats.org/officeDocument/2006/relationships/tags" Target="../tags/tag823.xml"/><Relationship Id="rId20" Type="http://schemas.openxmlformats.org/officeDocument/2006/relationships/tags" Target="../tags/tag822.xml"/><Relationship Id="rId2" Type="http://schemas.openxmlformats.org/officeDocument/2006/relationships/slideLayout" Target="../slideLayouts/slideLayout68.xml"/><Relationship Id="rId19" Type="http://schemas.openxmlformats.org/officeDocument/2006/relationships/tags" Target="../tags/tag821.xml"/><Relationship Id="rId18" Type="http://schemas.openxmlformats.org/officeDocument/2006/relationships/tags" Target="../tags/tag820.xml"/><Relationship Id="rId17" Type="http://schemas.openxmlformats.org/officeDocument/2006/relationships/image" Target="../media/image12.svg"/><Relationship Id="rId16" Type="http://schemas.openxmlformats.org/officeDocument/2006/relationships/image" Target="../media/image3.png"/><Relationship Id="rId15" Type="http://schemas.openxmlformats.org/officeDocument/2006/relationships/tags" Target="../tags/tag819.xml"/><Relationship Id="rId14" Type="http://schemas.openxmlformats.org/officeDocument/2006/relationships/tags" Target="../tags/tag818.xml"/><Relationship Id="rId13" Type="http://schemas.openxmlformats.org/officeDocument/2006/relationships/tags" Target="../tags/tag817.xml"/><Relationship Id="rId12" Type="http://schemas.openxmlformats.org/officeDocument/2006/relationships/tags" Target="../tags/tag816.xml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1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14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18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1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14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18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1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14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18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1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14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18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1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14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18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1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14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18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1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14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18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830.xml"/><Relationship Id="rId6" Type="http://schemas.openxmlformats.org/officeDocument/2006/relationships/image" Target="../media/image15.jpeg"/><Relationship Id="rId5" Type="http://schemas.openxmlformats.org/officeDocument/2006/relationships/tags" Target="../tags/tag829.xml"/><Relationship Id="rId4" Type="http://schemas.openxmlformats.org/officeDocument/2006/relationships/image" Target="../media/image14.png"/><Relationship Id="rId3" Type="http://schemas.openxmlformats.org/officeDocument/2006/relationships/tags" Target="../tags/tag828.xml"/><Relationship Id="rId2" Type="http://schemas.openxmlformats.org/officeDocument/2006/relationships/image" Target="../media/image13.png"/><Relationship Id="rId1" Type="http://schemas.openxmlformats.org/officeDocument/2006/relationships/tags" Target="../tags/tag82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3.xml"/><Relationship Id="rId2" Type="http://schemas.openxmlformats.org/officeDocument/2006/relationships/tags" Target="../tags/tag832.xml"/><Relationship Id="rId1" Type="http://schemas.openxmlformats.org/officeDocument/2006/relationships/tags" Target="../tags/tag83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836.xml"/><Relationship Id="rId2" Type="http://schemas.openxmlformats.org/officeDocument/2006/relationships/tags" Target="../tags/tag835.xml"/><Relationship Id="rId1" Type="http://schemas.openxmlformats.org/officeDocument/2006/relationships/tags" Target="../tags/tag83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39.xml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tags" Target="../tags/tag838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0" Type="http://schemas.openxmlformats.org/officeDocument/2006/relationships/slideLayout" Target="../slideLayouts/slideLayout24.xml"/><Relationship Id="rId1" Type="http://schemas.openxmlformats.org/officeDocument/2006/relationships/tags" Target="../tags/tag83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7" Type="http://schemas.openxmlformats.org/officeDocument/2006/relationships/tags" Target="../tags/tag84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tags" Target="../tags/tag840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8.xml"/><Relationship Id="rId8" Type="http://schemas.openxmlformats.org/officeDocument/2006/relationships/tags" Target="../tags/tag843.xml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tags" Target="../tags/tag84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5.xml"/><Relationship Id="rId3" Type="http://schemas.openxmlformats.org/officeDocument/2006/relationships/tags" Target="../tags/tag846.xml"/><Relationship Id="rId2" Type="http://schemas.openxmlformats.org/officeDocument/2006/relationships/tags" Target="../tags/tag845.xml"/><Relationship Id="rId1" Type="http://schemas.openxmlformats.org/officeDocument/2006/relationships/tags" Target="../tags/tag844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6.xml"/><Relationship Id="rId3" Type="http://schemas.openxmlformats.org/officeDocument/2006/relationships/tags" Target="../tags/tag849.xml"/><Relationship Id="rId2" Type="http://schemas.openxmlformats.org/officeDocument/2006/relationships/tags" Target="../tags/tag848.xml"/><Relationship Id="rId1" Type="http://schemas.openxmlformats.org/officeDocument/2006/relationships/tags" Target="../tags/tag847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1.xml"/><Relationship Id="rId5" Type="http://schemas.openxmlformats.org/officeDocument/2006/relationships/tags" Target="../tags/tag854.xml"/><Relationship Id="rId4" Type="http://schemas.openxmlformats.org/officeDocument/2006/relationships/tags" Target="../tags/tag853.xml"/><Relationship Id="rId3" Type="http://schemas.openxmlformats.org/officeDocument/2006/relationships/tags" Target="../tags/tag852.xml"/><Relationship Id="rId2" Type="http://schemas.openxmlformats.org/officeDocument/2006/relationships/tags" Target="../tags/tag851.xml"/><Relationship Id="rId1" Type="http://schemas.openxmlformats.org/officeDocument/2006/relationships/tags" Target="../tags/tag8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001520" y="1553210"/>
            <a:ext cx="8087360" cy="49891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ctr">
              <a:buNone/>
            </a:pPr>
            <a:r>
              <a:rPr lang="en-US" altLang="es-ES" sz="1600">
                <a:latin typeface="Arial" panose="020B0604020202020204" pitchFamily="34" charset="0"/>
                <a:sym typeface="+mn-ea"/>
              </a:rPr>
              <a:t>Instituto Tecnol</a:t>
            </a:r>
            <a:r>
              <a:rPr lang="en-US" altLang="en-US" sz="1600">
                <a:latin typeface="Arial" panose="020B0604020202020204" pitchFamily="34" charset="0"/>
                <a:sym typeface="+mn-ea"/>
              </a:rPr>
              <a:t>ó</a:t>
            </a:r>
            <a:r>
              <a:rPr lang="en-US" altLang="es-ES" sz="1600">
                <a:latin typeface="Arial" panose="020B0604020202020204" pitchFamily="34" charset="0"/>
                <a:sym typeface="+mn-ea"/>
              </a:rPr>
              <a:t>gico de Frontera Comalapa</a:t>
            </a:r>
            <a:endParaRPr lang="en-US" altLang="es-ES" sz="1600">
              <a:latin typeface="Arial" panose="020B0604020202020204" pitchFamily="34" charset="0"/>
              <a:sym typeface="+mn-ea"/>
            </a:endParaRPr>
          </a:p>
          <a:p>
            <a:pPr marL="0" indent="0" algn="ctr">
              <a:buNone/>
            </a:pPr>
            <a:endParaRPr lang="en-US" altLang="es-E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altLang="es-E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es-ES" sz="1600">
                <a:latin typeface="Arial" panose="020B0604020202020204" pitchFamily="34" charset="0"/>
                <a:sym typeface="+mn-ea"/>
              </a:rPr>
              <a:t>Docente: </a:t>
            </a:r>
            <a:r>
              <a:rPr lang="en-US" altLang="en-US" sz="1600">
                <a:latin typeface="Arial" panose="020B0604020202020204" pitchFamily="34" charset="0"/>
                <a:sym typeface="+mn-ea"/>
              </a:rPr>
              <a:t>Ing. Francisco Javier Mingo Velazquez</a:t>
            </a:r>
            <a:endParaRPr lang="en-US" altLang="en-US" sz="1600">
              <a:latin typeface="Arial" panose="020B0604020202020204" pitchFamily="34" charset="0"/>
              <a:sym typeface="+mn-ea"/>
            </a:endParaRPr>
          </a:p>
          <a:p>
            <a:pPr marL="0" indent="0" algn="ctr">
              <a:buNone/>
            </a:pPr>
            <a:endParaRPr lang="en-US" alt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alt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es-ES" sz="1600">
                <a:latin typeface="Arial" panose="020B0604020202020204" pitchFamily="34" charset="0"/>
                <a:sym typeface="+mn-ea"/>
              </a:rPr>
              <a:t>Alumno: </a:t>
            </a:r>
            <a:r>
              <a:rPr lang="" altLang="en-US" sz="1600">
                <a:latin typeface="Arial" panose="020B0604020202020204" pitchFamily="34" charset="0"/>
                <a:sym typeface="+mn-ea"/>
              </a:rPr>
              <a:t>Tzunux Guox David Hilario</a:t>
            </a:r>
            <a:endParaRPr lang="en-US" altLang="es-ES" sz="1600">
              <a:latin typeface="Arial" panose="020B0604020202020204" pitchFamily="34" charset="0"/>
              <a:sym typeface="+mn-ea"/>
            </a:endParaRPr>
          </a:p>
          <a:p>
            <a:pPr marL="0" indent="0" algn="ctr">
              <a:buNone/>
            </a:pPr>
            <a:endParaRPr lang="en-US" altLang="es-E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altLang="es-E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es-ES" sz="1600">
                <a:latin typeface="Arial" panose="020B0604020202020204" pitchFamily="34" charset="0"/>
                <a:sym typeface="+mn-ea"/>
              </a:rPr>
              <a:t>Materia: </a:t>
            </a:r>
            <a:r>
              <a:rPr lang="en-US" altLang="en-US" sz="1600">
                <a:latin typeface="Arial" panose="020B0604020202020204" pitchFamily="34" charset="0"/>
                <a:sym typeface="+mn-ea"/>
              </a:rPr>
              <a:t>Fundamento de Bases de Datos</a:t>
            </a:r>
            <a:endParaRPr lang="en-US" altLang="en-US" sz="1600">
              <a:latin typeface="Arial" panose="020B0604020202020204" pitchFamily="34" charset="0"/>
              <a:sym typeface="+mn-ea"/>
            </a:endParaRPr>
          </a:p>
          <a:p>
            <a:pPr marL="0" indent="0" algn="ctr">
              <a:buNone/>
            </a:pPr>
            <a:endParaRPr lang="en-US" alt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alt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es-ES" sz="1600">
                <a:latin typeface="Arial" panose="020B0604020202020204" pitchFamily="34" charset="0"/>
                <a:sym typeface="+mn-ea"/>
              </a:rPr>
              <a:t>Semestre: </a:t>
            </a:r>
            <a:r>
              <a:rPr lang="en-US" altLang="en-US" sz="1600">
                <a:latin typeface="Arial" panose="020B0604020202020204" pitchFamily="34" charset="0"/>
                <a:sym typeface="+mn-ea"/>
              </a:rPr>
              <a:t>4to</a:t>
            </a:r>
            <a:endParaRPr lang="en-US" alt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indent="0" algn="ctr">
              <a:buNone/>
            </a:pPr>
            <a:endParaRPr lang="en-US" alt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indent="0" algn="ctr">
              <a:buNone/>
            </a:pPr>
            <a:r>
              <a:rPr lang="en-US" altLang="es-ES" sz="1600">
                <a:latin typeface="Arial" panose="020B0604020202020204" pitchFamily="34" charset="0"/>
                <a:sym typeface="+mn-ea"/>
              </a:rPr>
              <a:t>Modalidad: Escolarizada</a:t>
            </a:r>
            <a:r>
              <a:rPr lang="en-US" altLang="en-US" sz="1600">
                <a:latin typeface="Arial" panose="020B0604020202020204" pitchFamily="34" charset="0"/>
                <a:sym typeface="+mn-ea"/>
              </a:rPr>
              <a:t>     </a:t>
            </a:r>
            <a:r>
              <a:rPr lang="en-US" altLang="es-ES" sz="1600">
                <a:latin typeface="Arial" panose="020B0604020202020204" pitchFamily="34" charset="0"/>
                <a:sym typeface="+mn-ea"/>
              </a:rPr>
              <a:t>N</a:t>
            </a:r>
            <a:r>
              <a:rPr lang="en-US" altLang="en-US" sz="1600">
                <a:latin typeface="Arial" panose="020B0604020202020204" pitchFamily="34" charset="0"/>
                <a:sym typeface="+mn-ea"/>
              </a:rPr>
              <a:t>ú</a:t>
            </a:r>
            <a:r>
              <a:rPr lang="en-US" altLang="es-ES" sz="1600">
                <a:latin typeface="Arial" panose="020B0604020202020204" pitchFamily="34" charset="0"/>
                <a:sym typeface="+mn-ea"/>
              </a:rPr>
              <a:t>mero de control: 24126007</a:t>
            </a:r>
            <a:r>
              <a:rPr lang="" altLang="en-US" sz="1600">
                <a:latin typeface="Arial" panose="020B0604020202020204" pitchFamily="34" charset="0"/>
                <a:sym typeface="+mn-ea"/>
              </a:rPr>
              <a:t>5</a:t>
            </a:r>
            <a:endParaRPr lang="en-US" altLang="es-E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es-ES" sz="1600">
                <a:latin typeface="Arial" panose="020B0604020202020204" pitchFamily="34" charset="0"/>
                <a:sym typeface="+mn-ea"/>
              </a:rPr>
              <a:t>Carrera: ISC</a:t>
            </a:r>
            <a:endParaRPr lang="en-US" altLang="es-ES" sz="1600">
              <a:latin typeface="Arial" panose="020B0604020202020204" pitchFamily="34" charset="0"/>
              <a:sym typeface="+mn-ea"/>
            </a:endParaRPr>
          </a:p>
          <a:p>
            <a:pPr marL="0" indent="0" algn="ctr">
              <a:buNone/>
            </a:pPr>
            <a:endParaRPr lang="en-US" altLang="es-E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altLang="es-E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es-ES" sz="1600">
                <a:latin typeface="Arial" panose="020B0604020202020204" pitchFamily="34" charset="0"/>
                <a:sym typeface="+mn-ea"/>
              </a:rPr>
              <a:t>Frontera Comalapa Chiapas a</a:t>
            </a:r>
            <a:r>
              <a:rPr lang="en-US" altLang="en-US" sz="1600">
                <a:latin typeface="Arial" panose="020B0604020202020204" pitchFamily="34" charset="0"/>
                <a:sym typeface="+mn-ea"/>
              </a:rPr>
              <a:t> 14 de  Mayo </a:t>
            </a:r>
            <a:r>
              <a:rPr lang="en-US" altLang="es-ES" sz="1600">
                <a:latin typeface="Arial" panose="020B0604020202020204" pitchFamily="34" charset="0"/>
                <a:sym typeface="+mn-ea"/>
              </a:rPr>
              <a:t>de 202</a:t>
            </a:r>
            <a:r>
              <a:rPr lang="en-US" altLang="en-US" sz="1600">
                <a:latin typeface="Arial" panose="020B0604020202020204" pitchFamily="34" charset="0"/>
                <a:sym typeface="+mn-ea"/>
              </a:rPr>
              <a:t>6</a:t>
            </a:r>
            <a:endParaRPr lang="en-US" altLang="en-US" sz="1600" kern="100" dirty="0">
              <a:effectLst/>
              <a:latin typeface="Arial" panose="020B0604020202020204" pitchFamily="34" charset="0"/>
              <a:cs typeface="江城圆体 400W" panose="020B0500000000000000" pitchFamily="34" charset="-122"/>
              <a:sym typeface="+mn-ea"/>
            </a:endParaRPr>
          </a:p>
        </p:txBody>
      </p:sp>
      <p:pic>
        <p:nvPicPr>
          <p:cNvPr id="507406322" name="Imagen 507406322" descr="Texto&#10;&#10;Descripción generada automáticamente con confianza baja"/>
          <p:cNvPicPr/>
          <p:nvPr>
            <p:custDataLst>
              <p:tags r:id="rId1"/>
            </p:custDataLst>
          </p:nvPr>
        </p:nvPicPr>
        <p:blipFill>
          <a:blip r:embed="rId2" cstate="print"/>
          <a:stretch>
            <a:fillRect/>
          </a:stretch>
        </p:blipFill>
        <p:spPr>
          <a:xfrm>
            <a:off x="1971358" y="445135"/>
            <a:ext cx="2732405" cy="568960"/>
          </a:xfrm>
          <a:prstGeom prst="rect">
            <a:avLst/>
          </a:prstGeom>
        </p:spPr>
      </p:pic>
      <p:pic>
        <p:nvPicPr>
          <p:cNvPr id="2096293136" name="Imagen 2096293136" descr="Texto&#10;&#10;Descripción generada automáticamente"/>
          <p:cNvPicPr/>
          <p:nvPr>
            <p:custDataLst>
              <p:tags r:id="rId3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5787073" y="340678"/>
            <a:ext cx="1292225" cy="640715"/>
          </a:xfrm>
          <a:prstGeom prst="rect">
            <a:avLst/>
          </a:prstGeom>
        </p:spPr>
      </p:pic>
      <p:pic>
        <p:nvPicPr>
          <p:cNvPr id="175343995" name="Imagen 175343995" descr="Dibujo con letras&#10;&#10;Descripción generada automáticamente con confianza baja"/>
          <p:cNvPicPr/>
          <p:nvPr>
            <p:custDataLst>
              <p:tags r:id="rId5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8471535" y="340995"/>
            <a:ext cx="972820" cy="67310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/>
              <a:t>Introducción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pPr algn="just"/>
            <a:r>
              <a:rPr lang="en-US" altLang="en-US"/>
              <a:t>El álgebra relacional es un conjunto de operaciones matemáticas utilizadas para consultar y manipular datos dentro de una base de datos relacional. Constituye la base teórica de los sistemas gestores de bases de datos y permite obtener información específica a partir de una o varias tablas mediante operaciones como selección, proyección, unión y producto cartesiano. El estudio del álgebra relacional facilita la comprensión de cómo funcionan las consultas SQL y cómo se procesan los datos de manera eficiente. En este banco de ejercicios se aplicaron las operaciones fundamentales y extendidas del álgebra relacional para analizar y recuperar información almacenada en diferentes bases de datos.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/>
              <a:t>Justificación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algn="just"/>
            <a:r>
              <a:rPr lang="en-US" altLang="en-US"/>
              <a:t>El aprendizaje del álgebra relacional es fundamental para comprender el funcionamiento de las bases de datos relacionales y el proceso mediante el cual se realizan las consultas de información. La realización de este banco de ejercicios permite desarrollar habilidades para analizar datos, aplicar operaciones de consulta y comprender la lógica utilizada por los sistemas gestores de bases de datos. Además, fortalece los conocimientos necesarios para el diseño, administración y optimización de bases de datos utilizadas en entornos académicos y profesionales.</a:t>
            </a:r>
            <a:r>
              <a:rPr lang="" altLang="en-US"/>
              <a:t>	</a:t>
            </a:r>
            <a:endParaRPr lang="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4421505" y="542925"/>
            <a:ext cx="2251710" cy="3683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en-US" altLang="en-US">
                <a:sym typeface="+mn-ea"/>
              </a:rPr>
              <a:t>Proyección (π)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599440" y="911225"/>
            <a:ext cx="2251710" cy="3683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en-US" altLang="en-US">
                <a:sym typeface="+mn-ea"/>
              </a:rPr>
              <a:t>Selección (σ)</a:t>
            </a:r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8397875" y="911225"/>
            <a:ext cx="2251710" cy="3683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en-US" altLang="en-US">
                <a:sym typeface="+mn-ea"/>
              </a:rPr>
              <a:t>Unión (∪</a:t>
            </a:r>
            <a:r>
              <a:rPr lang="en-US" altLang="en-US">
                <a:sym typeface="+mn-ea"/>
              </a:rPr>
              <a:t>)</a:t>
            </a:r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370205" y="3538855"/>
            <a:ext cx="2251710" cy="3683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en-US" altLang="en-US">
                <a:sym typeface="+mn-ea"/>
              </a:rPr>
              <a:t>Diferencia (-)</a:t>
            </a:r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026535" y="3625215"/>
            <a:ext cx="3050540" cy="3683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en-US" altLang="en-US">
                <a:sym typeface="+mn-ea"/>
              </a:rPr>
              <a:t>Producto Cartesiano (×</a:t>
            </a:r>
            <a:r>
              <a:rPr lang="en-US" altLang="en-US">
                <a:sym typeface="+mn-ea"/>
              </a:rPr>
              <a:t>)</a:t>
            </a:r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7887970" y="3871595"/>
            <a:ext cx="3101340" cy="3683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en-US" altLang="en-US">
                <a:sym typeface="+mn-ea"/>
              </a:rPr>
              <a:t>Renombramiento (ρ)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0965" y="1279525"/>
            <a:ext cx="3122930" cy="14046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b="22613"/>
          <a:stretch>
            <a:fillRect/>
          </a:stretch>
        </p:blipFill>
        <p:spPr>
          <a:xfrm>
            <a:off x="4174490" y="1029335"/>
            <a:ext cx="2778760" cy="2477770"/>
          </a:xfrm>
          <a:prstGeom prst="rect">
            <a:avLst/>
          </a:prstGeom>
        </p:spPr>
      </p:pic>
      <p:pic>
        <p:nvPicPr>
          <p:cNvPr id="12" name="Content Placeholder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036560" y="1433195"/>
            <a:ext cx="2804160" cy="210566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8065" y="4111625"/>
            <a:ext cx="3958590" cy="242189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325" y="4111625"/>
            <a:ext cx="2908300" cy="227076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5570" y="4338320"/>
            <a:ext cx="3345815" cy="204406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4191000" y="672465"/>
            <a:ext cx="2251710" cy="3683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en-US" altLang="en-US">
                <a:sym typeface="+mn-ea"/>
              </a:rPr>
              <a:t>Proyección (π)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599440" y="672465"/>
            <a:ext cx="2251710" cy="3683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en-US" altLang="en-US">
                <a:sym typeface="+mn-ea"/>
              </a:rPr>
              <a:t>Selección (σ)</a:t>
            </a:r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8391525" y="672465"/>
            <a:ext cx="2251710" cy="3683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en-US" altLang="en-US">
                <a:sym typeface="+mn-ea"/>
              </a:rPr>
              <a:t>Unión (∪</a:t>
            </a:r>
            <a:r>
              <a:rPr lang="en-US" altLang="en-US">
                <a:sym typeface="+mn-ea"/>
              </a:rPr>
              <a:t>)</a:t>
            </a:r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685165" y="3867150"/>
            <a:ext cx="2251710" cy="3683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en-US" altLang="en-US">
                <a:sym typeface="+mn-ea"/>
              </a:rPr>
              <a:t>Diferencia (-)</a:t>
            </a:r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026535" y="3657600"/>
            <a:ext cx="3050540" cy="3683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en-US" altLang="en-US">
                <a:sym typeface="+mn-ea"/>
              </a:rPr>
              <a:t>Producto Cartesiano (×</a:t>
            </a:r>
            <a:r>
              <a:rPr lang="en-US" altLang="en-US">
                <a:sym typeface="+mn-ea"/>
              </a:rPr>
              <a:t>)</a:t>
            </a:r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7887970" y="3769995"/>
            <a:ext cx="3101340" cy="3683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en-US" altLang="en-US">
                <a:sym typeface="+mn-ea"/>
              </a:rPr>
              <a:t>Renombramiento (ρ)</a:t>
            </a:r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8555" y="1279525"/>
            <a:ext cx="3885565" cy="204216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775" y="1472565"/>
            <a:ext cx="3735070" cy="1849120"/>
          </a:xfrm>
          <a:prstGeom prst="rect">
            <a:avLst/>
          </a:prstGeom>
        </p:spPr>
      </p:pic>
      <p:pic>
        <p:nvPicPr>
          <p:cNvPr id="21" name="Content Placeholder 20"/>
          <p:cNvPicPr>
            <a:picLocks noChangeAspect="1"/>
          </p:cNvPicPr>
          <p:nvPr>
            <p:ph idx="1"/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245" y="1472565"/>
            <a:ext cx="3510915" cy="14630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5" y="4314190"/>
            <a:ext cx="3735070" cy="184912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8120" y="4138295"/>
            <a:ext cx="3556000" cy="237109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0550" y="4542155"/>
            <a:ext cx="2727960" cy="196723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4493260" y="910590"/>
            <a:ext cx="2251710" cy="3683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en-US" altLang="en-US">
                <a:sym typeface="+mn-ea"/>
              </a:rPr>
              <a:t>Proyección (π)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699135" y="817245"/>
            <a:ext cx="2251710" cy="3683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en-US" altLang="en-US">
                <a:sym typeface="+mn-ea"/>
              </a:rPr>
              <a:t>Selección (σ)</a:t>
            </a:r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8287385" y="1185545"/>
            <a:ext cx="2251710" cy="3683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en-US" altLang="en-US">
                <a:sym typeface="+mn-ea"/>
              </a:rPr>
              <a:t>Unión (∪</a:t>
            </a:r>
            <a:r>
              <a:rPr lang="en-US" altLang="en-US">
                <a:sym typeface="+mn-ea"/>
              </a:rPr>
              <a:t>)</a:t>
            </a:r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280670" y="3949700"/>
            <a:ext cx="2251710" cy="3683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en-US" altLang="en-US">
                <a:sym typeface="+mn-ea"/>
              </a:rPr>
              <a:t>Diferencia (-)</a:t>
            </a:r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4010025" y="3750310"/>
            <a:ext cx="3050540" cy="3683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en-US" altLang="en-US">
                <a:sym typeface="+mn-ea"/>
              </a:rPr>
              <a:t>Producto Cartesiano (×</a:t>
            </a:r>
            <a:r>
              <a:rPr lang="en-US" altLang="en-US">
                <a:sym typeface="+mn-ea"/>
              </a:rPr>
              <a:t>)</a:t>
            </a:r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7887970" y="3949700"/>
            <a:ext cx="3101340" cy="3683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en-US" altLang="en-US">
                <a:sym typeface="+mn-ea"/>
              </a:rPr>
              <a:t>Renombramiento (ρ)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81000" y="1359535"/>
            <a:ext cx="2608580" cy="17697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675" y="1513840"/>
            <a:ext cx="2808605" cy="211328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1210" y="1849755"/>
            <a:ext cx="1919605" cy="209169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0190" y="4241800"/>
            <a:ext cx="2684780" cy="231013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800" y="4430395"/>
            <a:ext cx="3695700" cy="193357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1210" y="4430395"/>
            <a:ext cx="2189480" cy="215011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/>
              <a:t>Conclusión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algn="just"/>
            <a:r>
              <a:rPr lang="en-US" altLang="en-US"/>
              <a:t>La elaboración de este banco de ejercicios permitió identificar y aplicar las principales operaciones del álgebra relacional, tanto fundamentales como extendidas. Mediante el uso de ejemplos prácticos se comprendió la forma en que los datos pueden ser seleccionados, combinados y organizados para obtener información útil. Asimismo, se reforzó la relación existente entre el álgebra relacional y el lenguaje SQL, destacando su importancia como base teórica para el manejo eficiente de bases de datos relacionales.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/>
              <a:t>Fuentes de Información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Silberschatz, A., Korth, H. F. y Sudarshan, S. Fundamentos de Bases de Datos. McGraw-Hill.</a:t>
            </a:r>
            <a:endParaRPr lang="en-US" altLang="en-US"/>
          </a:p>
          <a:p>
            <a:r>
              <a:rPr lang="en-US" altLang="en-US"/>
              <a:t>Elmasri, R. y Navathe, S. B. Sistemas de Bases de Datos. Pearson Educación.</a:t>
            </a:r>
            <a:endParaRPr lang="en-US" altLang="en-US"/>
          </a:p>
          <a:p>
            <a:r>
              <a:rPr lang="en-US" altLang="en-US"/>
              <a:t>PostgreSQL Global Development Group. PostgreSQL Documentation.</a:t>
            </a:r>
            <a:endParaRPr lang="en-US" altLang="en-US"/>
          </a:p>
          <a:p>
            <a:r>
              <a:rPr lang="en-US" altLang="en-US"/>
              <a:t>Oracle Corporation. Database Concepts and SQL Reference.</a:t>
            </a:r>
            <a:endParaRPr lang="en-US" altLang="en-US"/>
          </a:p>
          <a:p>
            <a:r>
              <a:rPr lang="en-US" altLang="en-US"/>
              <a:t>Microsoft Learn. SQL y Bases de Datos Relacionales.</a:t>
            </a:r>
            <a:endParaRPr lang="en-US" altLang="en-US"/>
          </a:p>
          <a:p>
            <a:pPr algn="just"/>
            <a:r>
              <a:rPr lang="en-US" altLang="en-US"/>
              <a:t>Date, C. J. Introducción a los Sistemas de Bases de Datos. Pearson.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THANKS</a:t>
            </a:r>
            <a:endParaRPr lang="en-US"/>
          </a:p>
        </p:txBody>
      </p:sp>
      <p:sp>
        <p:nvSpPr>
          <p:cNvPr id="6" name="公司名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Click here to add text</a:t>
            </a:r>
            <a:endParaRPr lang="en-US"/>
          </a:p>
        </p:txBody>
      </p:sp>
      <p:sp>
        <p:nvSpPr>
          <p:cNvPr id="7" name="日期时间"/>
          <p:cNvSpPr>
            <a:spLocks noGrp="1"/>
          </p:cNvSpPr>
          <p:nvPr>
            <p:ph type="body" sz="quarter" idx="14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20XX/01/01</a:t>
            </a:r>
            <a:endParaRPr lang="en-US"/>
          </a:p>
        </p:txBody>
      </p:sp>
      <p:sp>
        <p:nvSpPr>
          <p:cNvPr id="9" name="联系方式"/>
          <p:cNvSpPr>
            <a:spLocks noGrp="1"/>
          </p:cNvSpPr>
          <p:nvPr>
            <p:ph type="body" sz="quarter" idx="16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Text</a:t>
            </a:r>
            <a:endParaRPr lang="en-US"/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4*i*14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6"/>
  <p:tag name="KSO_WM_UNIT_ID" val="_11*f*6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SUBTYPE" val="c"/>
  <p:tag name="KSO_WM_UNIT_PRESET_TEXT" val="日期时间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SUBTYPE" val="d"/>
  <p:tag name="KSO_WM_UNIT_PRESET_TEXT" val="联系方式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1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18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4*i*14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7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9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0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20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220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23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6"/>
  <p:tag name="KSO_WM_UNIT_ID" val="_11*f*6"/>
  <p:tag name="KSO_WM_UNIT_LAYERLEVEL" val="1"/>
  <p:tag name="KSO_WM_TAG_VERSION" val="3.0"/>
  <p:tag name="KSO_WM_BEAUTIFY_FLAG" val="#wm#"/>
</p:tagLst>
</file>

<file path=ppt/tags/tag224.xml><?xml version="1.0" encoding="utf-8"?>
<p:tagLst xmlns:p="http://schemas.openxmlformats.org/presentationml/2006/main">
  <p:tag name="KSO_WM_UNIT_SUBTYPE" val="c"/>
  <p:tag name="KSO_WM_UNIT_PRESET_TEXT" val="日期时间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225.xml><?xml version="1.0" encoding="utf-8"?>
<p:tagLst xmlns:p="http://schemas.openxmlformats.org/presentationml/2006/main">
  <p:tag name="KSO_WM_UNIT_SUBTYPE" val="d"/>
  <p:tag name="KSO_WM_UNIT_PRESET_TEXT" val="联系方式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3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235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236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25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2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8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259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26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6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272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28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90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4*i*14"/>
  <p:tag name="KSO_WM_UNIT_LAYERLEVEL" val="1"/>
  <p:tag name="KSO_WM_TAG_VERSION" val="3.0"/>
  <p:tag name="KSO_WM_BEAUTIFY_FLAG" val="#wm#"/>
</p:tagLst>
</file>

<file path=ppt/tags/tag29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9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9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0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0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0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0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0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0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1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32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3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338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41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6"/>
  <p:tag name="KSO_WM_UNIT_ID" val="_11*f*6"/>
  <p:tag name="KSO_WM_UNIT_LAYERLEVEL" val="1"/>
  <p:tag name="KSO_WM_TAG_VERSION" val="3.0"/>
  <p:tag name="KSO_WM_BEAUTIFY_FLAG" val="#wm#"/>
</p:tagLst>
</file>

<file path=ppt/tags/tag342.xml><?xml version="1.0" encoding="utf-8"?>
<p:tagLst xmlns:p="http://schemas.openxmlformats.org/presentationml/2006/main">
  <p:tag name="KSO_WM_UNIT_SUBTYPE" val="c"/>
  <p:tag name="KSO_WM_UNIT_PRESET_TEXT" val="日期时间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343.xml><?xml version="1.0" encoding="utf-8"?>
<p:tagLst xmlns:p="http://schemas.openxmlformats.org/presentationml/2006/main">
  <p:tag name="KSO_WM_UNIT_SUBTYPE" val="d"/>
  <p:tag name="KSO_WM_UNIT_PRESET_TEXT" val="联系方式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5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35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354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37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76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37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37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37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390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40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408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4*i*14"/>
  <p:tag name="KSO_WM_UNIT_LAYERLEVEL" val="1"/>
  <p:tag name="KSO_WM_TAG_VERSION" val="3.0"/>
  <p:tag name="KSO_WM_BEAUTIFY_FLAG" val="#wm#"/>
</p:tagLst>
</file>

<file path=ppt/tags/tag41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41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41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1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2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2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2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43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4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4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4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4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45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456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59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6"/>
  <p:tag name="KSO_WM_UNIT_ID" val="_11*f*6"/>
  <p:tag name="KSO_WM_UNIT_LAYERLEVEL" val="1"/>
  <p:tag name="KSO_WM_TAG_VERSION" val="3.0"/>
  <p:tag name="KSO_WM_BEAUTIFY_FLAG" val="#wm#"/>
</p:tagLst>
</file>

<file path=ppt/tags/tag460.xml><?xml version="1.0" encoding="utf-8"?>
<p:tagLst xmlns:p="http://schemas.openxmlformats.org/presentationml/2006/main">
  <p:tag name="KSO_WM_UNIT_SUBTYPE" val="c"/>
  <p:tag name="KSO_WM_UNIT_PRESET_TEXT" val="日期时间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461.xml><?xml version="1.0" encoding="utf-8"?>
<p:tagLst xmlns:p="http://schemas.openxmlformats.org/presentationml/2006/main">
  <p:tag name="KSO_WM_UNIT_SUBTYPE" val="d"/>
  <p:tag name="KSO_WM_UNIT_PRESET_TEXT" val="联系方式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4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47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472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4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48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49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94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49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49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49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4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5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508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5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5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5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5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5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52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526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4*i*14"/>
  <p:tag name="KSO_WM_UNIT_LAYERLEVEL" val="1"/>
  <p:tag name="KSO_WM_TAG_VERSION" val="3.0"/>
  <p:tag name="KSO_WM_BEAUTIFY_FLAG" val="#wm#"/>
</p:tagLst>
</file>

<file path=ppt/tags/tag53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53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53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5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5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53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5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54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4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5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5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57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57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77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6"/>
  <p:tag name="KSO_WM_UNIT_ID" val="_11*f*6"/>
  <p:tag name="KSO_WM_UNIT_LAYERLEVEL" val="1"/>
  <p:tag name="KSO_WM_TAG_VERSION" val="3.0"/>
  <p:tag name="KSO_WM_BEAUTIFY_FLAG" val="#wm#"/>
</p:tagLst>
</file>

<file path=ppt/tags/tag578.xml><?xml version="1.0" encoding="utf-8"?>
<p:tagLst xmlns:p="http://schemas.openxmlformats.org/presentationml/2006/main">
  <p:tag name="KSO_WM_UNIT_SUBTYPE" val="c"/>
  <p:tag name="KSO_WM_UNIT_PRESET_TEXT" val="日期时间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579.xml><?xml version="1.0" encoding="utf-8"?>
<p:tagLst xmlns:p="http://schemas.openxmlformats.org/presentationml/2006/main">
  <p:tag name="KSO_WM_UNIT_SUBTYPE" val="d"/>
  <p:tag name="KSO_WM_UNIT_PRESET_TEXT" val="联系方式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5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5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5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5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5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5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8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589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590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5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5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5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5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5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5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6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6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6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6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6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6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6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60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0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6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12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613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61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61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6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6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6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6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6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6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6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6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6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6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626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6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6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6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6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6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6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6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6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6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6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6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6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6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6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644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6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6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6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6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4*i*14"/>
  <p:tag name="KSO_WM_UNIT_LAYERLEVEL" val="1"/>
  <p:tag name="KSO_WM_TAG_VERSION" val="3.0"/>
  <p:tag name="KSO_WM_BEAUTIFY_FLAG" val="#wm#"/>
</p:tagLst>
</file>

<file path=ppt/tags/tag6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65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65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6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5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65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65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6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65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6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6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7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6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7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67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6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6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6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6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6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6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6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6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9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95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6"/>
  <p:tag name="KSO_WM_UNIT_ID" val="_11*f*6"/>
  <p:tag name="KSO_WM_UNIT_LAYERLEVEL" val="1"/>
  <p:tag name="KSO_WM_TAG_VERSION" val="3.0"/>
  <p:tag name="KSO_WM_BEAUTIFY_FLAG" val="#wm#"/>
</p:tagLst>
</file>

<file path=ppt/tags/tag696.xml><?xml version="1.0" encoding="utf-8"?>
<p:tagLst xmlns:p="http://schemas.openxmlformats.org/presentationml/2006/main">
  <p:tag name="KSO_WM_UNIT_SUBTYPE" val="c"/>
  <p:tag name="KSO_WM_UNIT_PRESET_TEXT" val="日期时间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697.xml><?xml version="1.0" encoding="utf-8"?>
<p:tagLst xmlns:p="http://schemas.openxmlformats.org/presentationml/2006/main">
  <p:tag name="KSO_WM_UNIT_SUBTYPE" val="d"/>
  <p:tag name="KSO_WM_UNIT_PRESET_TEXT" val="联系方式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6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7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7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7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7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0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70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708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7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7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7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7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7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7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7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7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7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7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7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7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7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7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7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7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72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72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7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30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731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7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3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7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7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7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7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7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7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7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744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7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7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7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7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7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7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7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7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7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7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7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7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7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7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762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7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7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7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7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4*i*14"/>
  <p:tag name="KSO_WM_UNIT_LAYERLEVEL" val="1"/>
  <p:tag name="KSO_WM_TAG_VERSION" val="3.0"/>
  <p:tag name="KSO_WM_BEAUTIFY_FLAG" val="#wm#"/>
</p:tagLst>
</file>

<file path=ppt/tags/tag76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76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76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7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7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7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77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77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77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77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77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7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8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7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8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7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9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79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7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7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7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8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8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8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8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8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8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8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8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8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80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810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13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6"/>
  <p:tag name="KSO_WM_UNIT_ID" val="_11*f*6"/>
  <p:tag name="KSO_WM_UNIT_LAYERLEVEL" val="1"/>
  <p:tag name="KSO_WM_TAG_VERSION" val="3.0"/>
  <p:tag name="KSO_WM_BEAUTIFY_FLAG" val="#wm#"/>
</p:tagLst>
</file>

<file path=ppt/tags/tag814.xml><?xml version="1.0" encoding="utf-8"?>
<p:tagLst xmlns:p="http://schemas.openxmlformats.org/presentationml/2006/main">
  <p:tag name="KSO_WM_UNIT_SUBTYPE" val="c"/>
  <p:tag name="KSO_WM_UNIT_PRESET_TEXT" val="日期时间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815.xml><?xml version="1.0" encoding="utf-8"?>
<p:tagLst xmlns:p="http://schemas.openxmlformats.org/presentationml/2006/main">
  <p:tag name="KSO_WM_UNIT_SUBTYPE" val="d"/>
  <p:tag name="KSO_WM_UNIT_PRESET_TEXT" val="联系方式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8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8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8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8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8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8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825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826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827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828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829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830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8096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096"/>
  <p:tag name="KSO_WM_SLIDE_LAYOUT" val="a_b_f"/>
  <p:tag name="KSO_WM_SLIDE_LAYOUT_CNT" val="1_1_2"/>
</p:tagLst>
</file>

<file path=ppt/tags/tag83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3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33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83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3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36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83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3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39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84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41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84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43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84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4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46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84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4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49.xml><?xml version="1.0" encoding="utf-8"?>
<p:tagLst xmlns:p="http://schemas.openxmlformats.org/presentationml/2006/main">
  <p:tag name="KSO_WM_BEAUTIFY_FLAG" val="#wm#"/>
  <p:tag name="KSO_WM_TEMPLATE_CATEGORY" val="custom"/>
  <p:tag name="KSO_WM_TEMPLATE_INDEX" val="20238096"/>
</p:tagLst>
</file>

<file path=ppt/tags/tag850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96_9*a*1"/>
  <p:tag name="KSO_WM_TEMPLATE_CATEGORY" val="custom"/>
  <p:tag name="KSO_WM_TEMPLATE_INDEX" val="20238096"/>
  <p:tag name="KSO_WM_UNIT_LAYERLEVEL" val="1"/>
  <p:tag name="KSO_WM_TAG_VERSION" val="3.0"/>
  <p:tag name="KSO_WM_BEAUTIFY_FLAG" val="#wm#"/>
  <p:tag name="KSO_WM_UNIT_PRESET_TEXT" val="THANKS"/>
</p:tagLst>
</file>

<file path=ppt/tags/tag851.xml><?xml version="1.0" encoding="utf-8"?>
<p:tagLst xmlns:p="http://schemas.openxmlformats.org/presentationml/2006/main">
  <p:tag name="KSO_WM_UNIT_SUBTYPE" val="g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custom20238096_9*f*5"/>
  <p:tag name="KSO_WM_TEMPLATE_CATEGORY" val="custom"/>
  <p:tag name="KSO_WM_TEMPLATE_INDEX" val="20238096"/>
  <p:tag name="KSO_WM_UNIT_LAYERLEVEL" val="1"/>
  <p:tag name="KSO_WM_TAG_VERSION" val="3.0"/>
  <p:tag name="KSO_WM_BEAUTIFY_FLAG" val="#wm#"/>
  <p:tag name="KSO_WM_UNIT_PRESET_TEXT" val="Click here to add text"/>
</p:tagLst>
</file>

<file path=ppt/tags/tag852.xml><?xml version="1.0" encoding="utf-8"?>
<p:tagLst xmlns:p="http://schemas.openxmlformats.org/presentationml/2006/main">
  <p:tag name="KSO_WM_UNIT_SUBTYPE" val="c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8096_9*f*1"/>
  <p:tag name="KSO_WM_TEMPLATE_CATEGORY" val="custom"/>
  <p:tag name="KSO_WM_TEMPLATE_INDEX" val="20238096"/>
  <p:tag name="KSO_WM_UNIT_LAYERLEVEL" val="1"/>
  <p:tag name="KSO_WM_TAG_VERSION" val="3.0"/>
  <p:tag name="KSO_WM_BEAUTIFY_FLAG" val="#wm#"/>
  <p:tag name="KSO_WM_UNIT_PRESET_TEXT" val="20XX/01/01"/>
</p:tagLst>
</file>

<file path=ppt/tags/tag853.xml><?xml version="1.0" encoding="utf-8"?>
<p:tagLst xmlns:p="http://schemas.openxmlformats.org/presentationml/2006/main">
  <p:tag name="KSO_WM_UNIT_SUBTYPE" val="d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3"/>
  <p:tag name="KSO_WM_UNIT_ID" val="custom20238096_9*f*3"/>
  <p:tag name="KSO_WM_TEMPLATE_CATEGORY" val="custom"/>
  <p:tag name="KSO_WM_TEMPLATE_INDEX" val="20238096"/>
  <p:tag name="KSO_WM_UNIT_LAYERLEVEL" val="1"/>
  <p:tag name="KSO_WM_TAG_VERSION" val="3.0"/>
  <p:tag name="KSO_WM_BEAUTIFY_FLAG" val="#wm#"/>
  <p:tag name="KSO_WM_UNIT_PRESET_TEXT" val="Text"/>
</p:tagLst>
</file>

<file path=ppt/tags/tag854.xml><?xml version="1.0" encoding="utf-8"?>
<p:tagLst xmlns:p="http://schemas.openxmlformats.org/presentationml/2006/main">
  <p:tag name="KSO_WM_SPECIAL_SOURCE" val="bdnull"/>
  <p:tag name="KSO_WM_SLIDE_ID" val="custom20238096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8096"/>
  <p:tag name="KSO_WM_SLIDE_LAYOUT" val="a_f"/>
  <p:tag name="KSO_WM_SLIDE_LAYOUT_CNT" val="1_3"/>
</p:tagLst>
</file>

<file path=ppt/theme/theme1.xml><?xml version="1.0" encoding="utf-8"?>
<a:theme xmlns:a="http://schemas.openxmlformats.org/drawingml/2006/main" name="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2832</Words>
  <Application>WPS Presentation</Application>
  <PresentationFormat>Widescreen</PresentationFormat>
  <Paragraphs>85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9</vt:i4>
      </vt:variant>
    </vt:vector>
  </HeadingPairs>
  <TitlesOfParts>
    <vt:vector size="28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江城圆体 400W</vt:lpstr>
      <vt:lpstr>Charis SIL</vt:lpstr>
      <vt:lpstr>Segoe Print</vt:lpstr>
      <vt:lpstr>Crimson Text SemiBold</vt:lpstr>
      <vt:lpstr>MS PGothic</vt:lpstr>
      <vt:lpstr>Office Theme</vt:lpstr>
      <vt:lpstr>1_Office Theme</vt:lpstr>
      <vt:lpstr>2_Office Theme</vt:lpstr>
      <vt:lpstr>3_Office Theme</vt:lpstr>
      <vt:lpstr>4_Office Theme</vt:lpstr>
      <vt:lpstr>5_Office Theme</vt:lpstr>
      <vt:lpstr>6_Office Theme</vt:lpstr>
      <vt:lpstr>The title goes here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JOSEMMXZ</dc:creator>
  <cp:lastModifiedBy>JOSEMMXZ</cp:lastModifiedBy>
  <cp:revision>1</cp:revision>
  <dcterms:created xsi:type="dcterms:W3CDTF">2026-05-31T04:00:26Z</dcterms:created>
  <dcterms:modified xsi:type="dcterms:W3CDTF">2026-05-31T04:00:33Z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25BCD1FF85894EE89BB7BCADB1664C9C_11</vt:lpwstr>
  </property>
</Properties>
</file>