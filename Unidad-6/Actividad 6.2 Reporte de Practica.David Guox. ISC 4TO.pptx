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72" r:id="rId2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1DD35C-8793-4FB2-A513-63F9BF49DC99}" v="11" dt="2026-05-31T07:19:37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ilario Tzunux Guox" userId="e307a8dd3dd69681" providerId="LiveId" clId="{2E84360D-1BC2-4482-8F42-C8298969DAD9}"/>
    <pc:docChg chg="undo custSel addSld modSld">
      <pc:chgData name="David Hilario Tzunux Guox" userId="e307a8dd3dd69681" providerId="LiveId" clId="{2E84360D-1BC2-4482-8F42-C8298969DAD9}" dt="2026-05-31T07:19:42.956" v="142" actId="207"/>
      <pc:docMkLst>
        <pc:docMk/>
      </pc:docMkLst>
      <pc:sldChg chg="modSp mod">
        <pc:chgData name="David Hilario Tzunux Guox" userId="e307a8dd3dd69681" providerId="LiveId" clId="{2E84360D-1BC2-4482-8F42-C8298969DAD9}" dt="2026-05-31T07:10:39.879" v="44" actId="27636"/>
        <pc:sldMkLst>
          <pc:docMk/>
          <pc:sldMk cId="0" sldId="256"/>
        </pc:sldMkLst>
        <pc:spChg chg="mod">
          <ac:chgData name="David Hilario Tzunux Guox" userId="e307a8dd3dd69681" providerId="LiveId" clId="{2E84360D-1BC2-4482-8F42-C8298969DAD9}" dt="2026-05-31T07:10:39.879" v="44" actId="27636"/>
          <ac:spMkLst>
            <pc:docMk/>
            <pc:sldMk cId="0" sldId="256"/>
            <ac:spMk id="6" creationId="{00000000-0000-0000-0000-000000000000}"/>
          </ac:spMkLst>
        </pc:spChg>
      </pc:sldChg>
      <pc:sldChg chg="addSp modSp mod setBg modClrScheme chgLayout">
        <pc:chgData name="David Hilario Tzunux Guox" userId="e307a8dd3dd69681" providerId="LiveId" clId="{2E84360D-1BC2-4482-8F42-C8298969DAD9}" dt="2026-05-31T07:15:51.214" v="90" actId="26606"/>
        <pc:sldMkLst>
          <pc:docMk/>
          <pc:sldMk cId="0" sldId="257"/>
        </pc:sldMkLst>
        <pc:spChg chg="mod">
          <ac:chgData name="David Hilario Tzunux Guox" userId="e307a8dd3dd69681" providerId="LiveId" clId="{2E84360D-1BC2-4482-8F42-C8298969DAD9}" dt="2026-05-31T07:15:51.214" v="90" actId="26606"/>
          <ac:spMkLst>
            <pc:docMk/>
            <pc:sldMk cId="0" sldId="257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5:51.214" v="90" actId="26606"/>
          <ac:spMkLst>
            <pc:docMk/>
            <pc:sldMk cId="0" sldId="257"/>
            <ac:spMk id="6" creationId="{00000000-0000-0000-0000-000000000000}"/>
          </ac:spMkLst>
        </pc:spChg>
        <pc:spChg chg="add">
          <ac:chgData name="David Hilario Tzunux Guox" userId="e307a8dd3dd69681" providerId="LiveId" clId="{2E84360D-1BC2-4482-8F42-C8298969DAD9}" dt="2026-05-31T07:15:51.214" v="90" actId="26606"/>
          <ac:spMkLst>
            <pc:docMk/>
            <pc:sldMk cId="0" sldId="257"/>
            <ac:spMk id="24" creationId="{EB6743CF-E74B-4A3C-A785-599069DB89DF}"/>
          </ac:spMkLst>
        </pc:spChg>
        <pc:grpChg chg="add">
          <ac:chgData name="David Hilario Tzunux Guox" userId="e307a8dd3dd69681" providerId="LiveId" clId="{2E84360D-1BC2-4482-8F42-C8298969DAD9}" dt="2026-05-31T07:15:51.214" v="90" actId="26606"/>
          <ac:grpSpMkLst>
            <pc:docMk/>
            <pc:sldMk cId="0" sldId="257"/>
            <ac:grpSpMk id="12" creationId="{10BE40E3-5550-4CDD-B4FD-387C33EBF157}"/>
          </ac:grpSpMkLst>
        </pc:grpChg>
        <pc:picChg chg="add">
          <ac:chgData name="David Hilario Tzunux Guox" userId="e307a8dd3dd69681" providerId="LiveId" clId="{2E84360D-1BC2-4482-8F42-C8298969DAD9}" dt="2026-05-31T07:15:51.214" v="90" actId="26606"/>
          <ac:picMkLst>
            <pc:docMk/>
            <pc:sldMk cId="0" sldId="257"/>
            <ac:picMk id="8" creationId="{79023FFD-B8E2-C1E3-DC97-2975CCCF940C}"/>
          </ac:picMkLst>
        </pc:picChg>
      </pc:sldChg>
      <pc:sldChg chg="addSp delSp modSp mod setBg modClrScheme chgLayout">
        <pc:chgData name="David Hilario Tzunux Guox" userId="e307a8dd3dd69681" providerId="LiveId" clId="{2E84360D-1BC2-4482-8F42-C8298969DAD9}" dt="2026-05-31T07:15:59.414" v="91" actId="26606"/>
        <pc:sldMkLst>
          <pc:docMk/>
          <pc:sldMk cId="0" sldId="259"/>
        </pc:sldMkLst>
        <pc:spChg chg="mod">
          <ac:chgData name="David Hilario Tzunux Guox" userId="e307a8dd3dd69681" providerId="LiveId" clId="{2E84360D-1BC2-4482-8F42-C8298969DAD9}" dt="2026-05-31T07:15:59.414" v="91" actId="26606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5:59.414" v="91" actId="26606"/>
          <ac:spMkLst>
            <pc:docMk/>
            <pc:sldMk cId="0" sldId="259"/>
            <ac:spMk id="7" creationId="{00000000-0000-0000-0000-000000000000}"/>
          </ac:spMkLst>
        </pc:spChg>
        <pc:spChg chg="add del mod">
          <ac:chgData name="David Hilario Tzunux Guox" userId="e307a8dd3dd69681" providerId="LiveId" clId="{2E84360D-1BC2-4482-8F42-C8298969DAD9}" dt="2026-05-31T07:11:52.863" v="54" actId="26606"/>
          <ac:spMkLst>
            <pc:docMk/>
            <pc:sldMk cId="0" sldId="259"/>
            <ac:spMk id="12" creationId="{EB458472-7083-A909-3091-0AE096FF9008}"/>
          </ac:spMkLst>
        </pc:spChg>
        <pc:spChg chg="add">
          <ac:chgData name="David Hilario Tzunux Guox" userId="e307a8dd3dd69681" providerId="LiveId" clId="{2E84360D-1BC2-4482-8F42-C8298969DAD9}" dt="2026-05-31T07:15:59.414" v="91" actId="26606"/>
          <ac:spMkLst>
            <pc:docMk/>
            <pc:sldMk cId="0" sldId="259"/>
            <ac:spMk id="13" creationId="{518E5A25-92C5-4F27-8E26-0AAAB0CDC85E}"/>
          </ac:spMkLst>
        </pc:spChg>
        <pc:spChg chg="add del mod">
          <ac:chgData name="David Hilario Tzunux Guox" userId="e307a8dd3dd69681" providerId="LiveId" clId="{2E84360D-1BC2-4482-8F42-C8298969DAD9}" dt="2026-05-31T07:11:13.715" v="47" actId="478"/>
          <ac:spMkLst>
            <pc:docMk/>
            <pc:sldMk cId="0" sldId="259"/>
            <ac:spMk id="14" creationId="{3561D4C8-37EC-8D85-C330-E2E0D55BE778}"/>
          </ac:spMkLst>
        </pc:spChg>
        <pc:spChg chg="add del mod">
          <ac:chgData name="David Hilario Tzunux Guox" userId="e307a8dd3dd69681" providerId="LiveId" clId="{2E84360D-1BC2-4482-8F42-C8298969DAD9}" dt="2026-05-31T07:11:55.992" v="55" actId="478"/>
          <ac:spMkLst>
            <pc:docMk/>
            <pc:sldMk cId="0" sldId="259"/>
            <ac:spMk id="17" creationId="{A5D87A5F-EADB-6DC0-1C9E-00A0DDC54F22}"/>
          </ac:spMkLst>
        </pc:spChg>
        <pc:picChg chg="add">
          <ac:chgData name="David Hilario Tzunux Guox" userId="e307a8dd3dd69681" providerId="LiveId" clId="{2E84360D-1BC2-4482-8F42-C8298969DAD9}" dt="2026-05-31T07:15:59.414" v="91" actId="26606"/>
          <ac:picMkLst>
            <pc:docMk/>
            <pc:sldMk cId="0" sldId="259"/>
            <ac:picMk id="9" creationId="{7066F714-569C-EDFF-CC4A-E03DE4ED713A}"/>
          </ac:picMkLst>
        </pc:picChg>
      </pc:sldChg>
      <pc:sldChg chg="addSp modSp mod setBg modClrScheme chgLayout">
        <pc:chgData name="David Hilario Tzunux Guox" userId="e307a8dd3dd69681" providerId="LiveId" clId="{2E84360D-1BC2-4482-8F42-C8298969DAD9}" dt="2026-05-31T07:16:04.018" v="92" actId="26606"/>
        <pc:sldMkLst>
          <pc:docMk/>
          <pc:sldMk cId="0" sldId="260"/>
        </pc:sldMkLst>
        <pc:spChg chg="mod">
          <ac:chgData name="David Hilario Tzunux Guox" userId="e307a8dd3dd69681" providerId="LiveId" clId="{2E84360D-1BC2-4482-8F42-C8298969DAD9}" dt="2026-05-31T07:16:04.018" v="92" actId="26606"/>
          <ac:spMkLst>
            <pc:docMk/>
            <pc:sldMk cId="0" sldId="260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6:04.018" v="92" actId="26606"/>
          <ac:spMkLst>
            <pc:docMk/>
            <pc:sldMk cId="0" sldId="260"/>
            <ac:spMk id="7" creationId="{00000000-0000-0000-0000-000000000000}"/>
          </ac:spMkLst>
        </pc:spChg>
        <pc:spChg chg="add">
          <ac:chgData name="David Hilario Tzunux Guox" userId="e307a8dd3dd69681" providerId="LiveId" clId="{2E84360D-1BC2-4482-8F42-C8298969DAD9}" dt="2026-05-31T07:16:04.018" v="92" actId="26606"/>
          <ac:spMkLst>
            <pc:docMk/>
            <pc:sldMk cId="0" sldId="260"/>
            <ac:spMk id="25" creationId="{518E5A25-92C5-4F27-8E26-0AAAB0CDC85E}"/>
          </ac:spMkLst>
        </pc:spChg>
        <pc:grpChg chg="add">
          <ac:chgData name="David Hilario Tzunux Guox" userId="e307a8dd3dd69681" providerId="LiveId" clId="{2E84360D-1BC2-4482-8F42-C8298969DAD9}" dt="2026-05-31T07:16:04.018" v="92" actId="26606"/>
          <ac:grpSpMkLst>
            <pc:docMk/>
            <pc:sldMk cId="0" sldId="260"/>
            <ac:grpSpMk id="13" creationId="{10BE40E3-5550-4CDD-B4FD-387C33EBF157}"/>
          </ac:grpSpMkLst>
        </pc:grpChg>
        <pc:picChg chg="add">
          <ac:chgData name="David Hilario Tzunux Guox" userId="e307a8dd3dd69681" providerId="LiveId" clId="{2E84360D-1BC2-4482-8F42-C8298969DAD9}" dt="2026-05-31T07:16:04.018" v="92" actId="26606"/>
          <ac:picMkLst>
            <pc:docMk/>
            <pc:sldMk cId="0" sldId="260"/>
            <ac:picMk id="9" creationId="{8764178C-2CA1-C2B3-92BC-31B5C04E9433}"/>
          </ac:picMkLst>
        </pc:picChg>
      </pc:sldChg>
      <pc:sldChg chg="addSp modSp mod setBg">
        <pc:chgData name="David Hilario Tzunux Guox" userId="e307a8dd3dd69681" providerId="LiveId" clId="{2E84360D-1BC2-4482-8F42-C8298969DAD9}" dt="2026-05-31T07:16:07.989" v="93" actId="26606"/>
        <pc:sldMkLst>
          <pc:docMk/>
          <pc:sldMk cId="0" sldId="261"/>
        </pc:sldMkLst>
        <pc:spChg chg="mod">
          <ac:chgData name="David Hilario Tzunux Guox" userId="e307a8dd3dd69681" providerId="LiveId" clId="{2E84360D-1BC2-4482-8F42-C8298969DAD9}" dt="2026-05-31T07:16:07.989" v="93" actId="26606"/>
          <ac:spMkLst>
            <pc:docMk/>
            <pc:sldMk cId="0" sldId="261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6:07.989" v="93" actId="26606"/>
          <ac:spMkLst>
            <pc:docMk/>
            <pc:sldMk cId="0" sldId="261"/>
            <ac:spMk id="7" creationId="{00000000-0000-0000-0000-000000000000}"/>
          </ac:spMkLst>
        </pc:spChg>
        <pc:spChg chg="add">
          <ac:chgData name="David Hilario Tzunux Guox" userId="e307a8dd3dd69681" providerId="LiveId" clId="{2E84360D-1BC2-4482-8F42-C8298969DAD9}" dt="2026-05-31T07:16:07.989" v="93" actId="26606"/>
          <ac:spMkLst>
            <pc:docMk/>
            <pc:sldMk cId="0" sldId="261"/>
            <ac:spMk id="13" creationId="{518E5A25-92C5-4F27-8E26-0AAAB0CDC85E}"/>
          </ac:spMkLst>
        </pc:spChg>
        <pc:picChg chg="add">
          <ac:chgData name="David Hilario Tzunux Guox" userId="e307a8dd3dd69681" providerId="LiveId" clId="{2E84360D-1BC2-4482-8F42-C8298969DAD9}" dt="2026-05-31T07:16:07.989" v="93" actId="26606"/>
          <ac:picMkLst>
            <pc:docMk/>
            <pc:sldMk cId="0" sldId="261"/>
            <ac:picMk id="9" creationId="{42C7FFDD-6FBA-6F1E-7DEF-B1CD15450513}"/>
          </ac:picMkLst>
        </pc:picChg>
      </pc:sldChg>
      <pc:sldChg chg="addSp delSp modSp mod modClrScheme chgLayout">
        <pc:chgData name="David Hilario Tzunux Guox" userId="e307a8dd3dd69681" providerId="LiveId" clId="{2E84360D-1BC2-4482-8F42-C8298969DAD9}" dt="2026-05-31T07:17:57.247" v="118" actId="207"/>
        <pc:sldMkLst>
          <pc:docMk/>
          <pc:sldMk cId="0" sldId="262"/>
        </pc:sldMkLst>
        <pc:spChg chg="add mod">
          <ac:chgData name="David Hilario Tzunux Guox" userId="e307a8dd3dd69681" providerId="LiveId" clId="{2E84360D-1BC2-4482-8F42-C8298969DAD9}" dt="2026-05-31T07:13:09.696" v="64" actId="1076"/>
          <ac:spMkLst>
            <pc:docMk/>
            <pc:sldMk cId="0" sldId="262"/>
            <ac:spMk id="3" creationId="{7B81432F-C2BC-6E1F-2260-C9746E281DA4}"/>
          </ac:spMkLst>
        </pc:spChg>
        <pc:spChg chg="del">
          <ac:chgData name="David Hilario Tzunux Guox" userId="e307a8dd3dd69681" providerId="LiveId" clId="{2E84360D-1BC2-4482-8F42-C8298969DAD9}" dt="2026-05-31T06:58:28.801" v="0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6:58:40.181" v="3" actId="6549"/>
          <ac:spMkLst>
            <pc:docMk/>
            <pc:sldMk cId="0" sldId="262"/>
            <ac:spMk id="5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7:57.247" v="118" actId="207"/>
          <ac:spMkLst>
            <pc:docMk/>
            <pc:sldMk cId="0" sldId="262"/>
            <ac:spMk id="6" creationId="{00000000-0000-0000-0000-000000000000}"/>
          </ac:spMkLst>
        </pc:spChg>
        <pc:picChg chg="add del mod">
          <ac:chgData name="David Hilario Tzunux Guox" userId="e307a8dd3dd69681" providerId="LiveId" clId="{2E84360D-1BC2-4482-8F42-C8298969DAD9}" dt="2026-05-31T06:58:56.225" v="8" actId="478"/>
          <ac:picMkLst>
            <pc:docMk/>
            <pc:sldMk cId="0" sldId="262"/>
            <ac:picMk id="3" creationId="{D004F068-CD5F-6438-1685-3C868B5006E0}"/>
          </ac:picMkLst>
        </pc:picChg>
        <pc:picChg chg="add mod">
          <ac:chgData name="David Hilario Tzunux Guox" userId="e307a8dd3dd69681" providerId="LiveId" clId="{2E84360D-1BC2-4482-8F42-C8298969DAD9}" dt="2026-05-31T07:12:55.137" v="61" actId="1076"/>
          <ac:picMkLst>
            <pc:docMk/>
            <pc:sldMk cId="0" sldId="262"/>
            <ac:picMk id="8" creationId="{18497D4C-EE0B-1C5B-951C-10DBEFD4C22A}"/>
          </ac:picMkLst>
        </pc:picChg>
      </pc:sldChg>
      <pc:sldChg chg="addSp delSp modSp mod">
        <pc:chgData name="David Hilario Tzunux Guox" userId="e307a8dd3dd69681" providerId="LiveId" clId="{2E84360D-1BC2-4482-8F42-C8298969DAD9}" dt="2026-05-31T07:18:10.920" v="123" actId="1076"/>
        <pc:sldMkLst>
          <pc:docMk/>
          <pc:sldMk cId="0" sldId="263"/>
        </pc:sldMkLst>
        <pc:spChg chg="del">
          <ac:chgData name="David Hilario Tzunux Guox" userId="e307a8dd3dd69681" providerId="LiveId" clId="{2E84360D-1BC2-4482-8F42-C8298969DAD9}" dt="2026-05-31T07:00:49.931" v="13" actId="478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David Hilario Tzunux Guox" userId="e307a8dd3dd69681" providerId="LiveId" clId="{2E84360D-1BC2-4482-8F42-C8298969DAD9}" dt="2026-05-31T07:13:37.826" v="69" actId="1076"/>
          <ac:spMkLst>
            <pc:docMk/>
            <pc:sldMk cId="0" sldId="263"/>
            <ac:spMk id="4" creationId="{0574888A-6858-6D7B-4985-2D22B2706FBC}"/>
          </ac:spMkLst>
        </pc:spChg>
        <pc:spChg chg="mod">
          <ac:chgData name="David Hilario Tzunux Guox" userId="e307a8dd3dd69681" providerId="LiveId" clId="{2E84360D-1BC2-4482-8F42-C8298969DAD9}" dt="2026-05-31T07:01:03.782" v="17" actId="6549"/>
          <ac:spMkLst>
            <pc:docMk/>
            <pc:sldMk cId="0" sldId="263"/>
            <ac:spMk id="5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8:07.722" v="122" actId="207"/>
          <ac:spMkLst>
            <pc:docMk/>
            <pc:sldMk cId="0" sldId="263"/>
            <ac:spMk id="8" creationId="{00000000-0000-0000-0000-000000000000}"/>
          </ac:spMkLst>
        </pc:spChg>
        <pc:picChg chg="add mod">
          <ac:chgData name="David Hilario Tzunux Guox" userId="e307a8dd3dd69681" providerId="LiveId" clId="{2E84360D-1BC2-4482-8F42-C8298969DAD9}" dt="2026-05-31T07:18:10.920" v="123" actId="1076"/>
          <ac:picMkLst>
            <pc:docMk/>
            <pc:sldMk cId="0" sldId="263"/>
            <ac:picMk id="3" creationId="{BFBE9A43-2D0D-31E0-DCCB-CC91DA417E57}"/>
          </ac:picMkLst>
        </pc:picChg>
      </pc:sldChg>
      <pc:sldChg chg="addSp delSp modSp mod">
        <pc:chgData name="David Hilario Tzunux Guox" userId="e307a8dd3dd69681" providerId="LiveId" clId="{2E84360D-1BC2-4482-8F42-C8298969DAD9}" dt="2026-05-31T07:17:47.506" v="117" actId="404"/>
        <pc:sldMkLst>
          <pc:docMk/>
          <pc:sldMk cId="0" sldId="264"/>
        </pc:sldMkLst>
        <pc:spChg chg="del">
          <ac:chgData name="David Hilario Tzunux Guox" userId="e307a8dd3dd69681" providerId="LiveId" clId="{2E84360D-1BC2-4482-8F42-C8298969DAD9}" dt="2026-05-31T07:01:44.579" v="19" actId="478"/>
          <ac:spMkLst>
            <pc:docMk/>
            <pc:sldMk cId="0" sldId="264"/>
            <ac:spMk id="4" creationId="{00000000-0000-0000-0000-000000000000}"/>
          </ac:spMkLst>
        </pc:spChg>
        <pc:spChg chg="add mod">
          <ac:chgData name="David Hilario Tzunux Guox" userId="e307a8dd3dd69681" providerId="LiveId" clId="{2E84360D-1BC2-4482-8F42-C8298969DAD9}" dt="2026-05-31T07:14:10.377" v="77" actId="14100"/>
          <ac:spMkLst>
            <pc:docMk/>
            <pc:sldMk cId="0" sldId="264"/>
            <ac:spMk id="4" creationId="{5B909696-F8C6-CB87-2848-229962F9FDA3}"/>
          </ac:spMkLst>
        </pc:spChg>
        <pc:spChg chg="mod">
          <ac:chgData name="David Hilario Tzunux Guox" userId="e307a8dd3dd69681" providerId="LiveId" clId="{2E84360D-1BC2-4482-8F42-C8298969DAD9}" dt="2026-05-31T07:01:47.488" v="20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7:47.506" v="117" actId="404"/>
          <ac:spMkLst>
            <pc:docMk/>
            <pc:sldMk cId="0" sldId="264"/>
            <ac:spMk id="8" creationId="{00000000-0000-0000-0000-000000000000}"/>
          </ac:spMkLst>
        </pc:spChg>
        <pc:picChg chg="add mod">
          <ac:chgData name="David Hilario Tzunux Guox" userId="e307a8dd3dd69681" providerId="LiveId" clId="{2E84360D-1BC2-4482-8F42-C8298969DAD9}" dt="2026-05-31T07:14:13.986" v="78" actId="14100"/>
          <ac:picMkLst>
            <pc:docMk/>
            <pc:sldMk cId="0" sldId="264"/>
            <ac:picMk id="3" creationId="{C2B3626E-6B57-DFAB-3C9B-CA3DEC23C968}"/>
          </ac:picMkLst>
        </pc:picChg>
      </pc:sldChg>
      <pc:sldChg chg="addSp modSp mod setBg">
        <pc:chgData name="David Hilario Tzunux Guox" userId="e307a8dd3dd69681" providerId="LiveId" clId="{2E84360D-1BC2-4482-8F42-C8298969DAD9}" dt="2026-05-31T07:17:33.802" v="113" actId="207"/>
        <pc:sldMkLst>
          <pc:docMk/>
          <pc:sldMk cId="0" sldId="265"/>
        </pc:sldMkLst>
        <pc:spChg chg="mod">
          <ac:chgData name="David Hilario Tzunux Guox" userId="e307a8dd3dd69681" providerId="LiveId" clId="{2E84360D-1BC2-4482-8F42-C8298969DAD9}" dt="2026-05-31T07:16:20.570" v="94" actId="26606"/>
          <ac:spMkLst>
            <pc:docMk/>
            <pc:sldMk cId="0" sldId="265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7:33.802" v="113" actId="207"/>
          <ac:spMkLst>
            <pc:docMk/>
            <pc:sldMk cId="0" sldId="265"/>
            <ac:spMk id="7" creationId="{00000000-0000-0000-0000-000000000000}"/>
          </ac:spMkLst>
        </pc:spChg>
        <pc:spChg chg="add">
          <ac:chgData name="David Hilario Tzunux Guox" userId="e307a8dd3dd69681" providerId="LiveId" clId="{2E84360D-1BC2-4482-8F42-C8298969DAD9}" dt="2026-05-31T07:16:20.570" v="94" actId="26606"/>
          <ac:spMkLst>
            <pc:docMk/>
            <pc:sldMk cId="0" sldId="265"/>
            <ac:spMk id="13" creationId="{518E5A25-92C5-4F27-8E26-0AAAB0CDC85E}"/>
          </ac:spMkLst>
        </pc:spChg>
        <pc:picChg chg="add">
          <ac:chgData name="David Hilario Tzunux Guox" userId="e307a8dd3dd69681" providerId="LiveId" clId="{2E84360D-1BC2-4482-8F42-C8298969DAD9}" dt="2026-05-31T07:16:20.570" v="94" actId="26606"/>
          <ac:picMkLst>
            <pc:docMk/>
            <pc:sldMk cId="0" sldId="265"/>
            <ac:picMk id="9" creationId="{0941AA24-C778-0107-EA0D-A1208332870E}"/>
          </ac:picMkLst>
        </pc:picChg>
      </pc:sldChg>
      <pc:sldChg chg="addSp delSp modSp mod">
        <pc:chgData name="David Hilario Tzunux Guox" userId="e307a8dd3dd69681" providerId="LiveId" clId="{2E84360D-1BC2-4482-8F42-C8298969DAD9}" dt="2026-05-31T07:17:01.722" v="106" actId="404"/>
        <pc:sldMkLst>
          <pc:docMk/>
          <pc:sldMk cId="0" sldId="266"/>
        </pc:sldMkLst>
        <pc:spChg chg="del mod">
          <ac:chgData name="David Hilario Tzunux Guox" userId="e307a8dd3dd69681" providerId="LiveId" clId="{2E84360D-1BC2-4482-8F42-C8298969DAD9}" dt="2026-05-31T07:02:31.669" v="23" actId="478"/>
          <ac:spMkLst>
            <pc:docMk/>
            <pc:sldMk cId="0" sldId="266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02:46.548" v="26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7:01.722" v="106" actId="404"/>
          <ac:spMkLst>
            <pc:docMk/>
            <pc:sldMk cId="0" sldId="266"/>
            <ac:spMk id="8" creationId="{00000000-0000-0000-0000-000000000000}"/>
          </ac:spMkLst>
        </pc:spChg>
        <pc:picChg chg="add del">
          <ac:chgData name="David Hilario Tzunux Guox" userId="e307a8dd3dd69681" providerId="LiveId" clId="{2E84360D-1BC2-4482-8F42-C8298969DAD9}" dt="2026-05-31T07:02:41.620" v="25" actId="478"/>
          <ac:picMkLst>
            <pc:docMk/>
            <pc:sldMk cId="0" sldId="266"/>
            <ac:picMk id="3" creationId="{E8FC0346-D38D-00A9-1F9E-A1A7C4AFD436}"/>
          </ac:picMkLst>
        </pc:picChg>
        <pc:picChg chg="add mod">
          <ac:chgData name="David Hilario Tzunux Guox" userId="e307a8dd3dd69681" providerId="LiveId" clId="{2E84360D-1BC2-4482-8F42-C8298969DAD9}" dt="2026-05-31T07:16:55.314" v="103" actId="1076"/>
          <ac:picMkLst>
            <pc:docMk/>
            <pc:sldMk cId="0" sldId="266"/>
            <ac:picMk id="7" creationId="{790394D4-D05C-EC3F-4995-C5D807043211}"/>
          </ac:picMkLst>
        </pc:picChg>
      </pc:sldChg>
      <pc:sldChg chg="addSp delSp modSp mod">
        <pc:chgData name="David Hilario Tzunux Guox" userId="e307a8dd3dd69681" providerId="LiveId" clId="{2E84360D-1BC2-4482-8F42-C8298969DAD9}" dt="2026-05-31T07:18:21.750" v="125" actId="1076"/>
        <pc:sldMkLst>
          <pc:docMk/>
          <pc:sldMk cId="0" sldId="267"/>
        </pc:sldMkLst>
        <pc:spChg chg="del">
          <ac:chgData name="David Hilario Tzunux Guox" userId="e307a8dd3dd69681" providerId="LiveId" clId="{2E84360D-1BC2-4482-8F42-C8298969DAD9}" dt="2026-05-31T07:03:31.327" v="32" actId="478"/>
          <ac:spMkLst>
            <pc:docMk/>
            <pc:sldMk cId="0" sldId="267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03:34.830" v="33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8:21.750" v="125" actId="1076"/>
          <ac:spMkLst>
            <pc:docMk/>
            <pc:sldMk cId="0" sldId="267"/>
            <ac:spMk id="8" creationId="{00000000-0000-0000-0000-000000000000}"/>
          </ac:spMkLst>
        </pc:spChg>
        <pc:picChg chg="add mod">
          <ac:chgData name="David Hilario Tzunux Guox" userId="e307a8dd3dd69681" providerId="LiveId" clId="{2E84360D-1BC2-4482-8F42-C8298969DAD9}" dt="2026-05-31T07:03:41.945" v="36" actId="14100"/>
          <ac:picMkLst>
            <pc:docMk/>
            <pc:sldMk cId="0" sldId="267"/>
            <ac:picMk id="3" creationId="{C48B818F-0B75-34AC-3E72-86F971C1A493}"/>
          </ac:picMkLst>
        </pc:picChg>
      </pc:sldChg>
      <pc:sldChg chg="addSp delSp modSp mod">
        <pc:chgData name="David Hilario Tzunux Guox" userId="e307a8dd3dd69681" providerId="LiveId" clId="{2E84360D-1BC2-4482-8F42-C8298969DAD9}" dt="2026-05-31T07:17:20.638" v="111" actId="1076"/>
        <pc:sldMkLst>
          <pc:docMk/>
          <pc:sldMk cId="0" sldId="268"/>
        </pc:sldMkLst>
        <pc:spChg chg="del">
          <ac:chgData name="David Hilario Tzunux Guox" userId="e307a8dd3dd69681" providerId="LiveId" clId="{2E84360D-1BC2-4482-8F42-C8298969DAD9}" dt="2026-05-31T07:04:09.806" v="37" actId="478"/>
          <ac:spMkLst>
            <pc:docMk/>
            <pc:sldMk cId="0" sldId="268"/>
            <ac:spMk id="4" creationId="{00000000-0000-0000-0000-000000000000}"/>
          </ac:spMkLst>
        </pc:spChg>
        <pc:spChg chg="add mod">
          <ac:chgData name="David Hilario Tzunux Guox" userId="e307a8dd3dd69681" providerId="LiveId" clId="{2E84360D-1BC2-4482-8F42-C8298969DAD9}" dt="2026-05-31T07:15:15.026" v="85" actId="14100"/>
          <ac:spMkLst>
            <pc:docMk/>
            <pc:sldMk cId="0" sldId="268"/>
            <ac:spMk id="4" creationId="{EFAEF343-8A2F-49ED-BEC3-E206BD5E52E6}"/>
          </ac:spMkLst>
        </pc:spChg>
        <pc:spChg chg="mod">
          <ac:chgData name="David Hilario Tzunux Guox" userId="e307a8dd3dd69681" providerId="LiveId" clId="{2E84360D-1BC2-4482-8F42-C8298969DAD9}" dt="2026-05-31T07:04:13.114" v="38" actId="20577"/>
          <ac:spMkLst>
            <pc:docMk/>
            <pc:sldMk cId="0" sldId="268"/>
            <ac:spMk id="5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7:20.638" v="111" actId="1076"/>
          <ac:spMkLst>
            <pc:docMk/>
            <pc:sldMk cId="0" sldId="268"/>
            <ac:spMk id="8" creationId="{00000000-0000-0000-0000-000000000000}"/>
          </ac:spMkLst>
        </pc:spChg>
        <pc:picChg chg="add mod">
          <ac:chgData name="David Hilario Tzunux Guox" userId="e307a8dd3dd69681" providerId="LiveId" clId="{2E84360D-1BC2-4482-8F42-C8298969DAD9}" dt="2026-05-31T07:15:00.697" v="81" actId="14100"/>
          <ac:picMkLst>
            <pc:docMk/>
            <pc:sldMk cId="0" sldId="268"/>
            <ac:picMk id="3" creationId="{0268358C-1E71-CEA3-5EFC-82DE6214DD01}"/>
          </ac:picMkLst>
        </pc:picChg>
      </pc:sldChg>
      <pc:sldChg chg="modSp mod modClrScheme chgLayout">
        <pc:chgData name="David Hilario Tzunux Guox" userId="e307a8dd3dd69681" providerId="LiveId" clId="{2E84360D-1BC2-4482-8F42-C8298969DAD9}" dt="2026-05-31T07:17:26.126" v="112" actId="207"/>
        <pc:sldMkLst>
          <pc:docMk/>
          <pc:sldMk cId="0" sldId="270"/>
        </pc:sldMkLst>
        <pc:spChg chg="mod">
          <ac:chgData name="David Hilario Tzunux Guox" userId="e307a8dd3dd69681" providerId="LiveId" clId="{2E84360D-1BC2-4482-8F42-C8298969DAD9}" dt="2026-05-31T07:15:35.899" v="88" actId="26606"/>
          <ac:spMkLst>
            <pc:docMk/>
            <pc:sldMk cId="0" sldId="270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7:26.126" v="112" actId="207"/>
          <ac:spMkLst>
            <pc:docMk/>
            <pc:sldMk cId="0" sldId="270"/>
            <ac:spMk id="7" creationId="{00000000-0000-0000-0000-000000000000}"/>
          </ac:spMkLst>
        </pc:spChg>
      </pc:sldChg>
      <pc:sldChg chg="addSp modSp mod setBg">
        <pc:chgData name="David Hilario Tzunux Guox" userId="e307a8dd3dd69681" providerId="LiveId" clId="{2E84360D-1BC2-4482-8F42-C8298969DAD9}" dt="2026-05-31T07:19:13.509" v="136" actId="207"/>
        <pc:sldMkLst>
          <pc:docMk/>
          <pc:sldMk cId="0" sldId="271"/>
        </pc:sldMkLst>
        <pc:spChg chg="mod">
          <ac:chgData name="David Hilario Tzunux Guox" userId="e307a8dd3dd69681" providerId="LiveId" clId="{2E84360D-1BC2-4482-8F42-C8298969DAD9}" dt="2026-05-31T07:19:08.254" v="135" actId="26606"/>
          <ac:spMkLst>
            <pc:docMk/>
            <pc:sldMk cId="0" sldId="271"/>
            <ac:spMk id="4" creationId="{00000000-0000-0000-0000-000000000000}"/>
          </ac:spMkLst>
        </pc:spChg>
        <pc:spChg chg="mod">
          <ac:chgData name="David Hilario Tzunux Guox" userId="e307a8dd3dd69681" providerId="LiveId" clId="{2E84360D-1BC2-4482-8F42-C8298969DAD9}" dt="2026-05-31T07:19:13.509" v="136" actId="207"/>
          <ac:spMkLst>
            <pc:docMk/>
            <pc:sldMk cId="0" sldId="271"/>
            <ac:spMk id="7" creationId="{00000000-0000-0000-0000-000000000000}"/>
          </ac:spMkLst>
        </pc:spChg>
        <pc:spChg chg="add">
          <ac:chgData name="David Hilario Tzunux Guox" userId="e307a8dd3dd69681" providerId="LiveId" clId="{2E84360D-1BC2-4482-8F42-C8298969DAD9}" dt="2026-05-31T07:19:08.254" v="135" actId="26606"/>
          <ac:spMkLst>
            <pc:docMk/>
            <pc:sldMk cId="0" sldId="271"/>
            <ac:spMk id="13" creationId="{518E5A25-92C5-4F27-8E26-0AAAB0CDC85E}"/>
          </ac:spMkLst>
        </pc:spChg>
        <pc:picChg chg="add">
          <ac:chgData name="David Hilario Tzunux Guox" userId="e307a8dd3dd69681" providerId="LiveId" clId="{2E84360D-1BC2-4482-8F42-C8298969DAD9}" dt="2026-05-31T07:19:08.254" v="135" actId="26606"/>
          <ac:picMkLst>
            <pc:docMk/>
            <pc:sldMk cId="0" sldId="271"/>
            <ac:picMk id="9" creationId="{18C324C3-0105-374C-7C04-5BE40E1EBFBB}"/>
          </ac:picMkLst>
        </pc:picChg>
      </pc:sldChg>
      <pc:sldChg chg="modSp new mod">
        <pc:chgData name="David Hilario Tzunux Guox" userId="e307a8dd3dd69681" providerId="LiveId" clId="{2E84360D-1BC2-4482-8F42-C8298969DAD9}" dt="2026-05-31T07:19:42.956" v="142" actId="207"/>
        <pc:sldMkLst>
          <pc:docMk/>
          <pc:sldMk cId="3464683490" sldId="272"/>
        </pc:sldMkLst>
        <pc:spChg chg="mod">
          <ac:chgData name="David Hilario Tzunux Guox" userId="e307a8dd3dd69681" providerId="LiveId" clId="{2E84360D-1BC2-4482-8F42-C8298969DAD9}" dt="2026-05-31T07:19:29.214" v="139" actId="207"/>
          <ac:spMkLst>
            <pc:docMk/>
            <pc:sldMk cId="3464683490" sldId="272"/>
            <ac:spMk id="2" creationId="{87D463CB-0F91-B111-F79B-898E7E9C3668}"/>
          </ac:spMkLst>
        </pc:spChg>
        <pc:spChg chg="mod">
          <ac:chgData name="David Hilario Tzunux Guox" userId="e307a8dd3dd69681" providerId="LiveId" clId="{2E84360D-1BC2-4482-8F42-C8298969DAD9}" dt="2026-05-31T07:19:42.956" v="142" actId="207"/>
          <ac:spMkLst>
            <pc:docMk/>
            <pc:sldMk cId="3464683490" sldId="272"/>
            <ac:spMk id="3" creationId="{F0E1D4C6-E7D3-286D-0349-B0CA2C8342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1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tags" Target="../tags/tag16.xml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4" Type="http://schemas.openxmlformats.org/officeDocument/2006/relationships/tags" Target="../tags/tag9.xml"/><Relationship Id="rId9" Type="http://schemas.openxmlformats.org/officeDocument/2006/relationships/tags" Target="../tags/tag1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1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35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image" Target="../media/image1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40.xml"/><Relationship Id="rId10" Type="http://schemas.openxmlformats.org/officeDocument/2006/relationships/tags" Target="../tags/tag45.xml"/><Relationship Id="rId4" Type="http://schemas.openxmlformats.org/officeDocument/2006/relationships/tags" Target="../tags/tag39.xml"/><Relationship Id="rId9" Type="http://schemas.openxmlformats.org/officeDocument/2006/relationships/tags" Target="../tags/tag4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631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212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4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70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525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68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05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27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6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393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73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06237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19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356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5337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521970" y="360045"/>
            <a:ext cx="8099108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21970" y="1301750"/>
            <a:ext cx="8099316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503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2"/>
            </p:custDataLst>
          </p:nvPr>
        </p:nvSpPr>
        <p:spPr>
          <a:xfrm rot="13818227">
            <a:off x="8009493" y="3597564"/>
            <a:ext cx="312439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3636576"/>
            <a:ext cx="1856568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28650" y="1252855"/>
            <a:ext cx="78867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39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678656" y="180975"/>
            <a:ext cx="78867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3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668655" y="4946650"/>
            <a:ext cx="4332446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35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065796" y="4299150"/>
            <a:ext cx="3895226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5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628649" y="4335150"/>
            <a:ext cx="324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 flipH="1"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0" y="995680"/>
            <a:ext cx="3518059" cy="2914015"/>
          </a:xfrm>
        </p:spPr>
        <p:txBody>
          <a:bodyPr wrap="square" anchor="b">
            <a:normAutofit/>
          </a:bodyPr>
          <a:lstStyle>
            <a:lvl1pPr algn="ctr">
              <a:defRPr sz="43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2"/>
            </p:custDataLst>
          </p:nvPr>
        </p:nvSpPr>
        <p:spPr>
          <a:xfrm rot="13818227">
            <a:off x="8133012" y="3946656"/>
            <a:ext cx="278444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488751" y="3981423"/>
            <a:ext cx="1654565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4"/>
            </p:custDataLst>
          </p:nvPr>
        </p:nvSpPr>
        <p:spPr>
          <a:xfrm rot="3018227">
            <a:off x="732847" y="580746"/>
            <a:ext cx="278444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988" y="4445"/>
            <a:ext cx="1654565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22000" y="3274695"/>
            <a:ext cx="8100000" cy="2646680"/>
          </a:xfrm>
        </p:spPr>
        <p:txBody>
          <a:bodyPr wrap="square" anchor="t" anchorCtr="0">
            <a:normAutofit/>
          </a:bodyPr>
          <a:lstStyle>
            <a:lvl1pPr algn="ctr">
              <a:defRPr sz="45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1143000" y="307340"/>
            <a:ext cx="6858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375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521970" y="360045"/>
            <a:ext cx="8101489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1"/>
            </p:custDataLst>
          </p:nvPr>
        </p:nvSpPr>
        <p:spPr>
          <a:xfrm>
            <a:off x="0" y="-6350"/>
            <a:ext cx="9144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2"/>
            </p:custDataLst>
          </p:nvPr>
        </p:nvSpPr>
        <p:spPr>
          <a:xfrm rot="13818227">
            <a:off x="8009493" y="3597564"/>
            <a:ext cx="312439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2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7286575" y="3636576"/>
            <a:ext cx="1856568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29126" y="212725"/>
            <a:ext cx="7886224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56350"/>
            <a:ext cx="20574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669131" y="5288280"/>
            <a:ext cx="54864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35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1082993" y="3674110"/>
            <a:ext cx="7432834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750"/>
              </a:spcBef>
              <a:buClrTx/>
              <a:buSzTx/>
              <a:buFont typeface="Arial" panose="020B0604020202020204" pitchFamily="34" charset="0"/>
              <a:buNone/>
              <a:defRPr kumimoji="0" lang="en-US" sz="15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629125" y="3603245"/>
            <a:ext cx="324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sz="1350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5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61" r:id="rId18"/>
    <p:sldLayoutId id="2147483663" r:id="rId19"/>
    <p:sldLayoutId id="2147483664" r:id="rId20"/>
    <p:sldLayoutId id="2147483669" r:id="rId21"/>
    <p:sldLayoutId id="2147483671" r:id="rId2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8.xml"/><Relationship Id="rId7" Type="http://schemas.openxmlformats.org/officeDocument/2006/relationships/image" Target="../media/image2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image" Target="../media/image5.jpeg"/><Relationship Id="rId4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image" Target="../media/image6.jpeg"/><Relationship Id="rId4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image" Target="../media/image7.jpeg"/><Relationship Id="rId4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image" Target="../media/image8.jpeg"/><Relationship Id="rId4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10.png"/><Relationship Id="rId4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12.jpeg"/><Relationship Id="rId4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image" Target="../media/image13.png"/><Relationship Id="rId4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image" Target="../media/image15.png"/><Relationship Id="rId4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hyperlink" Target="https://docs.oracle.com/en/database/" TargetMode="Externa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hyperlink" Target="https://www.postgresql.org/docs/" TargetMode="External"/><Relationship Id="rId5" Type="http://schemas.openxmlformats.org/officeDocument/2006/relationships/image" Target="../media/image16.jpeg"/><Relationship Id="rId4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vidguox8/Fundamentos-Bases-de-Datos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1366520" y="1290320"/>
            <a:ext cx="6382385" cy="4769485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Instituto Tecnol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ó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gico de Frontera </a:t>
            </a: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Comalapa</a:t>
            </a: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Docente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Ing. Francisco Javier Mingo Velazquez</a:t>
            </a: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Alumno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: </a:t>
            </a:r>
            <a:r>
              <a:rPr sz="1600" b="1" dirty="0">
                <a:solidFill>
                  <a:schemeClr val="tx1"/>
                </a:solidFill>
                <a:sym typeface="+mn-ea"/>
              </a:rPr>
              <a:t>David Hilario Tzunux Guox</a:t>
            </a: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Materia: </a:t>
            </a:r>
            <a:r>
              <a:rPr lang="en-US" altLang="en-US" sz="1600" b="1" dirty="0" err="1">
                <a:solidFill>
                  <a:schemeClr val="tx1"/>
                </a:solidFill>
                <a:sym typeface="+mn-ea"/>
              </a:rPr>
              <a:t>Fundamento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 de Bases de Datos</a:t>
            </a: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Semestre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4to</a:t>
            </a: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endParaRPr lang="en-US" altLang="en-US" sz="1600" b="1" dirty="0">
              <a:solidFill>
                <a:schemeClr val="tx1"/>
              </a:solidFill>
              <a:cs typeface="Arial" panose="020B0604020202020204" pitchFamily="34" charset="0"/>
              <a:sym typeface="+mn-ea"/>
            </a:endParaRPr>
          </a:p>
          <a:p>
            <a:pPr marL="0" indent="0" algn="ctr">
              <a:buNone/>
            </a:pP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Modalidad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: </a:t>
            </a: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Escolarizada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     </a:t>
            </a: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N</a:t>
            </a:r>
            <a:r>
              <a:rPr lang="en-US" altLang="en-US" sz="1600" b="1" dirty="0" err="1">
                <a:solidFill>
                  <a:schemeClr val="tx1"/>
                </a:solidFill>
                <a:sym typeface="+mn-ea"/>
              </a:rPr>
              <a:t>ú</a:t>
            </a: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mero</a:t>
            </a:r>
            <a:r>
              <a:rPr lang="en-US" altLang="es-ES" sz="1600" b="1">
                <a:solidFill>
                  <a:schemeClr val="tx1"/>
                </a:solidFill>
                <a:sym typeface="+mn-ea"/>
              </a:rPr>
              <a:t> de control: 24126007</a:t>
            </a:r>
            <a:r>
              <a:rPr lang="" altLang="en-US" sz="1600" b="1" dirty="0">
                <a:solidFill>
                  <a:schemeClr val="tx1"/>
                </a:solidFill>
                <a:sym typeface="+mn-ea"/>
              </a:rPr>
              <a:t>5</a:t>
            </a: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Carrera: ISC</a:t>
            </a:r>
          </a:p>
          <a:p>
            <a:pPr marL="0" indent="0" algn="ctr">
              <a:buNone/>
            </a:pP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altLang="es-ES" sz="1600" b="1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Frontera </a:t>
            </a:r>
            <a:r>
              <a:rPr lang="en-US" altLang="es-ES" sz="1600" b="1" dirty="0" err="1">
                <a:solidFill>
                  <a:schemeClr val="tx1"/>
                </a:solidFill>
                <a:sym typeface="+mn-ea"/>
              </a:rPr>
              <a:t>Comalapa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 Chiapas a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 26 de  Mayo </a:t>
            </a:r>
            <a:r>
              <a:rPr lang="en-US" altLang="es-ES" sz="1600" b="1" dirty="0">
                <a:solidFill>
                  <a:schemeClr val="tx1"/>
                </a:solidFill>
                <a:sym typeface="+mn-ea"/>
              </a:rPr>
              <a:t>de 202</a:t>
            </a:r>
            <a:r>
              <a:rPr lang="en-US" altLang="en-US" sz="1600" b="1" dirty="0">
                <a:solidFill>
                  <a:schemeClr val="tx1"/>
                </a:solidFill>
                <a:sym typeface="+mn-ea"/>
              </a:rPr>
              <a:t>6</a:t>
            </a:r>
          </a:p>
        </p:txBody>
      </p:sp>
      <p:pic>
        <p:nvPicPr>
          <p:cNvPr id="507406322" name="Imagen 507406322" descr="Texto&#10;&#10;Descripción generada automáticamente con confianza baja"/>
          <p:cNvPicPr/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481648" y="233680"/>
            <a:ext cx="2732405" cy="568960"/>
          </a:xfrm>
          <a:prstGeom prst="rect">
            <a:avLst/>
          </a:prstGeom>
        </p:spPr>
      </p:pic>
      <p:pic>
        <p:nvPicPr>
          <p:cNvPr id="2096293136" name="Imagen 2096293136" descr="Texto&#10;&#10;Descripción generada automáticamente"/>
          <p:cNvPicPr/>
          <p:nvPr>
            <p:custDataLst>
              <p:tags r:id="rId4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4094798" y="233363"/>
            <a:ext cx="1292225" cy="640715"/>
          </a:xfrm>
          <a:prstGeom prst="rect">
            <a:avLst/>
          </a:prstGeom>
        </p:spPr>
      </p:pic>
      <p:pic>
        <p:nvPicPr>
          <p:cNvPr id="175343995" name="Imagen 175343995" descr="Dibujo con letras&#10;&#10;Descripción generada automáticamente con confianza baja"/>
          <p:cNvPicPr/>
          <p:nvPr>
            <p:custDataLst>
              <p:tags r:id="rId5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6525895" y="233680"/>
            <a:ext cx="972820" cy="673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6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137171" y="609600"/>
            <a:ext cx="4818330" cy="1320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>
              <a:buClrTx/>
              <a:buSzTx/>
            </a:pPr>
            <a:r>
              <a:rPr lang="en-US"/>
              <a:t>Introducción</a:t>
            </a:r>
            <a:endParaRPr lang="en-US" dirty="0"/>
          </a:p>
        </p:txBody>
      </p:sp>
      <p:pic>
        <p:nvPicPr>
          <p:cNvPr id="8" name="Picture 7" descr="Robots sentados en una silla de café verde">
            <a:extLst>
              <a:ext uri="{FF2B5EF4-FFF2-40B4-BE49-F238E27FC236}">
                <a16:creationId xmlns:a16="http://schemas.microsoft.com/office/drawing/2014/main" id="{79023FFD-B8E2-C1E3-DC97-2975CCCF940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105" r="34100" b="-1"/>
          <a:stretch>
            <a:fillRect/>
          </a:stretch>
        </p:blipFill>
        <p:spPr>
          <a:xfrm>
            <a:off x="20" y="10"/>
            <a:ext cx="2050522" cy="6867719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EB6743CF-E74B-4A3C-A785-599069DB8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1"/>
            <a:ext cx="357491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37171" y="2160589"/>
            <a:ext cx="4818330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SQL (Structured Query Language) es el lenguaje estándar utilizado para la gestión y administración de bases de datos relacionales. Gracias a sus diferentes comandos, permite crear estructuras, almacenar información, realizar consultas y modificar datos de manera eficiente.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En esta práctica se utilizó PostgreSQL mediante la herramienta pgAdmin para aplicar comandos pertenecientes al Lenguaje de Definición de Datos (LDD) y al Lenguaje de Manipulación de Datos (LMD). A través de diversos ejercicios fue posible comprender el funcionamiento de SQL dentro de un sistema gestor de bases de datos.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>
              <a:buClrTx/>
              <a:buSzTx/>
            </a:pPr>
            <a:r>
              <a:rPr lang="en-US"/>
              <a:t>Justificación</a:t>
            </a:r>
          </a:p>
        </p:txBody>
      </p:sp>
      <p:pic>
        <p:nvPicPr>
          <p:cNvPr id="9" name="Picture 8" descr="Bolígrafo situado en la parte superior de una línea de firma">
            <a:extLst>
              <a:ext uri="{FF2B5EF4-FFF2-40B4-BE49-F238E27FC236}">
                <a16:creationId xmlns:a16="http://schemas.microsoft.com/office/drawing/2014/main" id="{7066F714-569C-EDFF-CC4A-E03DE4ED713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64993" r="15102" b="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89535" y="2160589"/>
            <a:ext cx="4865966" cy="3880773"/>
          </a:xfrm>
          <a:prstGeom prst="rect">
            <a:avLst/>
          </a:prstGeom>
        </p:spPr>
        <p:txBody>
          <a:bodyPr vert="horz" lIns="91440" tIns="45720" rIns="91440" bIns="45720" rtlCol="0" anchorCtr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 b="1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El manejo de bases de datos constituye una habilidad fundamental para los estudiantes de Ingeniería en Sistemas Computacionales, ya que permite administrar grandes volúmenes de información de forma organizada y segura.</a:t>
            </a: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500" b="1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 marL="171450" indent="-1714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500" b="1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La realización de esta práctica permitió fortalecer los conocimientos relacionados con SQL, comprendiendo la importancia de los comandos utilizados para crear, modificar, consultar y eliminar información dentro de una base de datos relacional.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0BE40E3-5550-4CDD-B4FD-387C33EBF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A6B738-E50C-4653-B343-B9D6A5EA27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98768D6-B28C-40A3-B381-39306F5816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23">
              <a:extLst>
                <a:ext uri="{FF2B5EF4-FFF2-40B4-BE49-F238E27FC236}">
                  <a16:creationId xmlns:a16="http://schemas.microsoft.com/office/drawing/2014/main" id="{B27C15B9-7795-4321-AB30-DF1DEF65C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7" name="Rectangle 25">
              <a:extLst>
                <a:ext uri="{FF2B5EF4-FFF2-40B4-BE49-F238E27FC236}">
                  <a16:creationId xmlns:a16="http://schemas.microsoft.com/office/drawing/2014/main" id="{578EC957-1F3F-4C00-B023-C8725C21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D642632-BBD5-46D6-A91D-9B2BF682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19" name="Rectangle 27">
              <a:extLst>
                <a:ext uri="{FF2B5EF4-FFF2-40B4-BE49-F238E27FC236}">
                  <a16:creationId xmlns:a16="http://schemas.microsoft.com/office/drawing/2014/main" id="{BF9D518D-AFF5-4DE2-AEE2-0EC15479A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14EF979B-B00D-460C-BD56-7EEAFB7E0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1" name="Rectangle 29">
              <a:extLst>
                <a:ext uri="{FF2B5EF4-FFF2-40B4-BE49-F238E27FC236}">
                  <a16:creationId xmlns:a16="http://schemas.microsoft.com/office/drawing/2014/main" id="{3E40F9A1-6B82-400F-9397-26D1D36F1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2EF7DDF1-FF86-4CA4-B08B-8939557EBD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D7C1F89-72B2-4FDC-B9E2-04F52D5C5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MX"/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>
              <a:buClrTx/>
              <a:buSzTx/>
            </a:pPr>
            <a:r>
              <a:rPr lang="en-US"/>
              <a:t>¿Qué es SQL?</a:t>
            </a:r>
          </a:p>
        </p:txBody>
      </p:sp>
      <p:pic>
        <p:nvPicPr>
          <p:cNvPr id="9" name="Picture 8" descr="Lupa y signo de interrogación">
            <a:extLst>
              <a:ext uri="{FF2B5EF4-FFF2-40B4-BE49-F238E27FC236}">
                <a16:creationId xmlns:a16="http://schemas.microsoft.com/office/drawing/2014/main" id="{8764178C-2CA1-C2B3-92BC-31B5C04E943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438" r="39788" b="-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89535" y="2160589"/>
            <a:ext cx="486596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80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SQL (Structured Query Language) es un lenguaje especializado diseñado para interactuar con bases de datos relacionales. Su principal función es permitir la creación, consulta, actualización y eliminación de información almacenada dentro de un sistema gestor de bases de datos.</a:t>
            </a: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80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180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Actualmente es utilizado en plataformas como PostgreSQL, MySQL, Oracle y SQL Server, convirtiéndose en una herramienta esencial para el desarrollo de aplicaciones y sistemas de información.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>
              <a:buClrTx/>
              <a:buSzTx/>
            </a:pPr>
            <a:r>
              <a:rPr lang="en-US" sz="3300">
                <a:sym typeface="+mn-ea"/>
              </a:rPr>
              <a:t>Lenguaje de Definición de Datos (LDD)</a:t>
            </a:r>
          </a:p>
        </p:txBody>
      </p:sp>
      <p:pic>
        <p:nvPicPr>
          <p:cNvPr id="9" name="Picture 8" descr="101010 líneas de datos hasta el infinito">
            <a:extLst>
              <a:ext uri="{FF2B5EF4-FFF2-40B4-BE49-F238E27FC236}">
                <a16:creationId xmlns:a16="http://schemas.microsoft.com/office/drawing/2014/main" id="{42C7FFDD-6FBA-6F1E-7DEF-B1CD15450513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2099" r="38592" b="-1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89535" y="2160589"/>
            <a:ext cx="486596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</a:rPr>
              <a:t>Permite crear y modificar la estructura de una base de datos.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</a:rPr>
              <a:t>ALTER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</a:rPr>
              <a:t>DROP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700">
                <a:solidFill>
                  <a:schemeClr val="tx1">
                    <a:lumMod val="75000"/>
                    <a:lumOff val="25000"/>
                  </a:schemeClr>
                </a:solidFill>
              </a:rPr>
              <a:t>TRUNCATE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1970" y="360000"/>
            <a:ext cx="81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685800">
              <a:spcAft>
                <a:spcPts val="600"/>
              </a:spcAft>
            </a:pPr>
            <a:r>
              <a:rPr lang="en-US" sz="2400" b="1" dirty="0" err="1">
                <a:sym typeface="Arial" panose="020B0604020202020204" pitchFamily="34" charset="0"/>
              </a:rPr>
              <a:t>Captura</a:t>
            </a:r>
            <a:r>
              <a:rPr lang="en-US" sz="2400" b="1" dirty="0">
                <a:sym typeface="Arial" panose="020B0604020202020204" pitchFamily="34" charset="0"/>
              </a:rPr>
              <a:t> 1: </a:t>
            </a:r>
            <a:r>
              <a:rPr lang="en-US" sz="2400" b="1" dirty="0" err="1">
                <a:sym typeface="Arial" panose="020B0604020202020204" pitchFamily="34" charset="0"/>
              </a:rPr>
              <a:t>Creación</a:t>
            </a:r>
            <a:r>
              <a:rPr lang="en-US" sz="2400" b="1" dirty="0">
                <a:sym typeface="Arial" panose="020B0604020202020204" pitchFamily="34" charset="0"/>
              </a:rPr>
              <a:t> de Base de Datos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50"/>
            <a:ext cx="3992880" cy="487585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defTabSz="685800">
              <a:lnSpc>
                <a:spcPct val="13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1800" dirty="0">
              <a:sym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8497D4C-EE0B-1C5B-951C-10DBEFD4C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37" y="1158654"/>
            <a:ext cx="7489480" cy="421283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B81432F-C2BC-6E1F-2260-C9746E281DA4}"/>
              </a:ext>
            </a:extLst>
          </p:cNvPr>
          <p:cNvSpPr txBox="1"/>
          <p:nvPr/>
        </p:nvSpPr>
        <p:spPr>
          <a:xfrm>
            <a:off x="592637" y="5574670"/>
            <a:ext cx="79587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En esta captura se observa la creación de la base de datos denominada </a:t>
            </a:r>
            <a:r>
              <a:rPr lang="es-MX" dirty="0" err="1"/>
              <a:t>bd_escuela</a:t>
            </a:r>
            <a:r>
              <a:rPr lang="es-MX" dirty="0"/>
              <a:t> utilizando PostgreSQL. Esta base de datos servirá como entorno de trabajo para la realización de las prácticas relacionadas con SQL.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40773" y="157163"/>
            <a:ext cx="6347713" cy="13208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3200" dirty="0">
                <a:solidFill>
                  <a:schemeClr val="tx1"/>
                </a:solidFill>
                <a:ea typeface="+mj-ea"/>
                <a:cs typeface="+mn-ea"/>
                <a:sym typeface="+mn-ea"/>
              </a:rPr>
              <a:t>Captura 2: Creación de Tablas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FBE9A43-2D0D-31E0-DCCB-CC91DA417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05" y="1277216"/>
            <a:ext cx="7364361" cy="414245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574888A-6858-6D7B-4985-2D22B2706FBC}"/>
              </a:ext>
            </a:extLst>
          </p:cNvPr>
          <p:cNvSpPr txBox="1"/>
          <p:nvPr/>
        </p:nvSpPr>
        <p:spPr>
          <a:xfrm>
            <a:off x="830826" y="5480788"/>
            <a:ext cx="64843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imagen muestra la creación de la tabla alumnos mediante el comando CREATE TABLE. Esta estructura permitirá almacenar información relacionada con los estudiantes.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161280"/>
            <a:ext cx="7526594" cy="13208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sz="3200" dirty="0">
                <a:solidFill>
                  <a:schemeClr val="tx1"/>
                </a:solidFill>
                <a:ea typeface="+mj-ea"/>
                <a:cs typeface="+mn-ea"/>
                <a:sym typeface="+mn-ea"/>
              </a:rPr>
              <a:t>Captura 3: Inserción de Registros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B3626E-6B57-DFAB-3C9B-CA3DEC23C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0000"/>
            <a:ext cx="7615081" cy="414958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B909696-F8C6-CB87-2848-229962F9FDA3}"/>
              </a:ext>
            </a:extLst>
          </p:cNvPr>
          <p:cNvSpPr txBox="1"/>
          <p:nvPr/>
        </p:nvSpPr>
        <p:spPr>
          <a:xfrm>
            <a:off x="978309" y="5465826"/>
            <a:ext cx="70939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Mediante el comando INSERT INTO se agregaron registros de ejemplo a la tabla alumnos, permitiendo almacenar información para su posterior consulta y manipulación.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>
              <a:lnSpc>
                <a:spcPct val="90000"/>
              </a:lnSpc>
              <a:buClrTx/>
              <a:buSzTx/>
            </a:pPr>
            <a:r>
              <a:rPr lang="en-US" sz="3100" dirty="0" err="1">
                <a:solidFill>
                  <a:schemeClr val="tx1"/>
                </a:solidFill>
                <a:sym typeface="+mn-ea"/>
              </a:rPr>
              <a:t>Lenguaje</a:t>
            </a:r>
            <a:r>
              <a:rPr lang="en-US" sz="3100" dirty="0">
                <a:solidFill>
                  <a:schemeClr val="tx1"/>
                </a:solidFill>
                <a:sym typeface="+mn-ea"/>
              </a:rPr>
              <a:t> de </a:t>
            </a:r>
            <a:r>
              <a:rPr lang="en-US" sz="3100" dirty="0" err="1">
                <a:solidFill>
                  <a:schemeClr val="tx1"/>
                </a:solidFill>
                <a:sym typeface="+mn-ea"/>
              </a:rPr>
              <a:t>Manipulación</a:t>
            </a:r>
            <a:r>
              <a:rPr lang="en-US" sz="3100" dirty="0">
                <a:solidFill>
                  <a:schemeClr val="tx1"/>
                </a:solidFill>
                <a:sym typeface="+mn-ea"/>
              </a:rPr>
              <a:t> de Datos (LMD)</a:t>
            </a:r>
          </a:p>
        </p:txBody>
      </p:sp>
      <p:pic>
        <p:nvPicPr>
          <p:cNvPr id="9" name="Picture 8" descr="Estructura química flotante">
            <a:extLst>
              <a:ext uri="{FF2B5EF4-FFF2-40B4-BE49-F238E27FC236}">
                <a16:creationId xmlns:a16="http://schemas.microsoft.com/office/drawing/2014/main" id="{0941AA24-C778-0107-EA0D-A1208332870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9975" r="39523" b="-364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89535" y="2160589"/>
            <a:ext cx="486596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Permite trabajar con los registros almacenados.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30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INSERT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SELECT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UPDATE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3000">
                <a:solidFill>
                  <a:schemeClr val="tx1">
                    <a:lumMod val="75000"/>
                    <a:lumOff val="25000"/>
                  </a:schemeClr>
                </a:solidFill>
              </a:rPr>
              <a:t>DELETE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334161" y="15871"/>
            <a:ext cx="6347713" cy="13208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3200" dirty="0">
                <a:solidFill>
                  <a:schemeClr val="tx1"/>
                </a:solidFill>
                <a:ea typeface="+mj-ea"/>
                <a:cs typeface="+mn-ea"/>
                <a:sym typeface="+mn-ea"/>
              </a:rPr>
              <a:t>Captura 4: Consulta de Registros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90394D4-D05C-EC3F-4995-C5D807043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30" y="1469842"/>
            <a:ext cx="7854340" cy="478667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9599" y="405087"/>
            <a:ext cx="6347713" cy="13208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olidFill>
                  <a:schemeClr val="tx1"/>
                </a:solidFill>
                <a:ea typeface="+mj-ea"/>
                <a:cs typeface="+mn-ea"/>
                <a:sym typeface="+mn-ea"/>
              </a:rPr>
              <a:t>Captura 5: Modificación de Registros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8B818F-0B75-34AC-3E72-86F971C1A4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725887"/>
            <a:ext cx="6912077" cy="503062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0"/>
            <a:ext cx="7251289" cy="1320800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sz="3200" dirty="0">
                <a:solidFill>
                  <a:schemeClr val="tx1"/>
                </a:solidFill>
                <a:ea typeface="+mj-ea"/>
                <a:cs typeface="+mn-ea"/>
                <a:sym typeface="+mn-ea"/>
              </a:rPr>
              <a:t>Captura 6: Eliminación de Registros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268358C-1E71-CEA3-5EFC-82DE6214D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72" y="988851"/>
            <a:ext cx="6862917" cy="42689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FAEF343-8A2F-49ED-BEC3-E206BD5E52E6}"/>
              </a:ext>
            </a:extLst>
          </p:cNvPr>
          <p:cNvSpPr txBox="1"/>
          <p:nvPr/>
        </p:nvSpPr>
        <p:spPr>
          <a:xfrm>
            <a:off x="1047135" y="5349931"/>
            <a:ext cx="68629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La imagen muestra el uso del comando DELETE para eliminar registros específicos de la tabla alumnos, demostrando el funcionamiento del Lenguaje de Manipulación de Datos.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>
              <a:buClrTx/>
              <a:buSzTx/>
            </a:pPr>
            <a:r>
              <a:rPr lang="en-US" dirty="0" err="1">
                <a:solidFill>
                  <a:schemeClr val="tx1"/>
                </a:solidFill>
              </a:rPr>
              <a:t>Conclusión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21970" y="1301750"/>
            <a:ext cx="8099425" cy="418465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lnSpc>
                <a:spcPct val="130000"/>
              </a:lnSpc>
              <a:spcBef>
                <a:spcPts val="750"/>
              </a:spcBef>
              <a:buNone/>
            </a:pPr>
            <a:r>
              <a:rPr lang="en-US" sz="1800" dirty="0">
                <a:latin typeface="+mj-lt"/>
                <a:sym typeface="Arial" panose="020B0604020202020204" pitchFamily="34" charset="0"/>
              </a:rPr>
              <a:t>Durante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el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desarrollo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la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práctica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fue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posible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aplicar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diferentes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comandos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SQL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relacionados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con la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definición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y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manipulación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datos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. El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uso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PostgreSQL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permitió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comprender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la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importancia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los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lenguajes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LDD y LMD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dentro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la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administración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bases de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datos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relacionales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.</a:t>
            </a:r>
          </a:p>
          <a:p>
            <a:pPr marL="0" indent="0" defTabSz="685800">
              <a:lnSpc>
                <a:spcPct val="130000"/>
              </a:lnSpc>
              <a:spcBef>
                <a:spcPts val="750"/>
              </a:spcBef>
              <a:buNone/>
            </a:pPr>
            <a:endParaRPr lang="en-US" sz="1800" dirty="0">
              <a:latin typeface="+mj-lt"/>
              <a:sym typeface="Arial" panose="020B0604020202020204" pitchFamily="34" charset="0"/>
            </a:endParaRPr>
          </a:p>
          <a:p>
            <a:pPr marL="0" indent="0" defTabSz="685800">
              <a:lnSpc>
                <a:spcPct val="130000"/>
              </a:lnSpc>
              <a:spcBef>
                <a:spcPts val="750"/>
              </a:spcBef>
              <a:buNone/>
            </a:pPr>
            <a:r>
              <a:rPr lang="en-US" sz="1800" dirty="0">
                <a:latin typeface="+mj-lt"/>
                <a:sym typeface="Arial" panose="020B0604020202020204" pitchFamily="34" charset="0"/>
              </a:rPr>
              <a:t>La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práctica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fortaleció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los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conocimientos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sobre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SQL y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proporcionó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experiencia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en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el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uso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herramientas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empleadas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para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el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diseño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,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implementación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y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mantenimiento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sistemas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 de </a:t>
            </a:r>
            <a:r>
              <a:rPr lang="en-US" sz="1800" dirty="0" err="1">
                <a:latin typeface="+mj-lt"/>
                <a:sym typeface="Arial" panose="020B0604020202020204" pitchFamily="34" charset="0"/>
              </a:rPr>
              <a:t>información</a:t>
            </a:r>
            <a:r>
              <a:rPr lang="en-US" sz="1800" dirty="0">
                <a:latin typeface="+mj-lt"/>
                <a:sym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89535" y="609600"/>
            <a:ext cx="4865966" cy="13208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pPr lvl="0">
              <a:buClrTx/>
              <a:buSzTx/>
            </a:pPr>
            <a:r>
              <a:rPr lang="en-US" dirty="0">
                <a:solidFill>
                  <a:schemeClr val="tx1"/>
                </a:solidFill>
                <a:sym typeface="+mn-ea"/>
              </a:rPr>
              <a:t>Fuentes de </a:t>
            </a:r>
            <a:r>
              <a:rPr lang="en-US" dirty="0" err="1">
                <a:solidFill>
                  <a:schemeClr val="tx1"/>
                </a:solidFill>
                <a:sym typeface="+mn-ea"/>
              </a:rPr>
              <a:t>Información</a:t>
            </a:r>
            <a:endParaRPr 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9" name="Picture 8" descr="Ilustración de tabla periódica">
            <a:extLst>
              <a:ext uri="{FF2B5EF4-FFF2-40B4-BE49-F238E27FC236}">
                <a16:creationId xmlns:a16="http://schemas.microsoft.com/office/drawing/2014/main" id="{18C324C3-0105-374C-7C04-5BE40E1EBFBB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25756" r="47135" b="9092"/>
          <a:stretch>
            <a:fillRect/>
          </a:stretch>
        </p:blipFill>
        <p:spPr>
          <a:xfrm>
            <a:off x="20" y="10"/>
            <a:ext cx="2050522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18E5A25-92C5-4F27-8E26-0AAAB0CDC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089535" y="2160589"/>
            <a:ext cx="4865966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PostgreSQL Global Development Group. PostgreSQL Documentation. 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https://www.postgresql.org/docs/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Oracle Corporation. SQL Language Reference. 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  <a:hlinkClick r:id="rId7"/>
              </a:rPr>
              <a:t>https://docs.oracle.com/en/database/</a:t>
            </a:r>
            <a:r>
              <a:rPr lang="en-US" sz="2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463CB-0F91-B111-F79B-898E7E9C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tx1"/>
                </a:solidFill>
              </a:rPr>
              <a:t>Anexo: Enlace a GitHub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E1D4C6-E7D3-286D-0349-B0CA2C834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Repositorio de actividades:</a:t>
            </a:r>
          </a:p>
          <a:p>
            <a:endParaRPr lang="es-MX" dirty="0"/>
          </a:p>
          <a:p>
            <a:r>
              <a:rPr lang="es-MX" dirty="0">
                <a:solidFill>
                  <a:srgbClr val="99CA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https://github.com/davidguox8/</a:t>
            </a:r>
            <a:r>
              <a:rPr lang="es-MX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Fundamentos-Bases-de-Datos</a:t>
            </a:r>
            <a:r>
              <a:rPr lang="es-MX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646834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SLIDE_THEME_ID" val="3312678"/>
  <p:tag name="KSO_WM_SLIDE_THEME_NAME" val="Red Minimalist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j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Introducció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Justificació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¿Qué es SQL?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Lenguaje de Definición de Datos (LDD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Captura 2: Creación de Tabla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Captura 3: Inserción de Registro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Lenguaje de Manipulación de Datos (LMD)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Captura 4: Consulta de Registro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Captura 5: Modificación de Registro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Resultados Obtenido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" val="Conclusió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629</Words>
  <Application>Microsoft Office PowerPoint</Application>
  <PresentationFormat>Presentación en pantalla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Office Theme</vt:lpstr>
      <vt:lpstr>Faceta</vt:lpstr>
      <vt:lpstr>Presentación de PowerPoint</vt:lpstr>
      <vt:lpstr>Introducción</vt:lpstr>
      <vt:lpstr>Justificación</vt:lpstr>
      <vt:lpstr>¿Qué es SQL?</vt:lpstr>
      <vt:lpstr>Lenguaje de Definición de Datos (LDD)</vt:lpstr>
      <vt:lpstr>Presentación de PowerPoint</vt:lpstr>
      <vt:lpstr>Captura 2: Creación de Tablas</vt:lpstr>
      <vt:lpstr>Captura 3: Inserción de Registros</vt:lpstr>
      <vt:lpstr>Lenguaje de Manipulación de Datos (LMD)</vt:lpstr>
      <vt:lpstr>Captura 4: Consulta de Registros</vt:lpstr>
      <vt:lpstr>Captura 5: Modificación de Registros</vt:lpstr>
      <vt:lpstr>Captura 6: Eliminación de Registros</vt:lpstr>
      <vt:lpstr>Conclusión</vt:lpstr>
      <vt:lpstr>Fuentes de Información</vt:lpstr>
      <vt:lpstr>Anexo: Enlace a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David Hilario Tzunux Guox</cp:lastModifiedBy>
  <cp:revision>3</cp:revision>
  <dcterms:created xsi:type="dcterms:W3CDTF">2013-01-27T09:14:00Z</dcterms:created>
  <dcterms:modified xsi:type="dcterms:W3CDTF">2026-05-31T07:20:19Z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B41138E43B9546A8AC60BE061E67B678_13</vt:lpwstr>
  </property>
</Properties>
</file>